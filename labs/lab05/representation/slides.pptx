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Загрузим нашу операционную систему и перейдём в рабочий каталог с проектом. Далее запустим виртуальную машину server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Далее перейдём в режим суперпользователя. В каталоге /etc/ssl создадим каталог private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2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Сгенерируем ключ (рис. @fig-3) и сертификат (рис. @fig-4), используя команду openssl: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68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Генерация ключа и сертификата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193800"/>
            <a:ext cx="401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перехода веб-сервера www.user.net на функционирование через протокол HTTPS требуется изменить его конфигурационный файл. Для этого перейдём в каталог с конфигурационными файлами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на редактирование файл /etc/httpd/conf.d/www.user.net.conf и заменим его содержимое на то, которое дано в лабораторной работе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изменения в настройки межсетевого экрана на сервере, разрешив работу с https, и перезапустим веб-сервер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708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client в строке браузера введём название веб-сервера www.user.net и убедимся, что произошло автоматическое переключение на работу по протоколу HTTPS. На открывшейся странице с сообщением о незащищённости соединения нажмём кнопку «Дополнительно», затем добавим адрес нашего сервера в постоянные исключения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7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Установим пакеты для работы с PHP. В каталоге /var/www/html/www.user.net заменим файл index.html на index.php с соответствующим содержанием (рис. @fig-9):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3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Скорректируем права доступа в каталог с веб-контентом, восстановим контекст безопасности в SELinux и перезапустим HTTP-сервер (рис. @fig-10):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№05</dc:title>
  <dc:creator>Талебу Тенке Франк Устон</dc:creator>
  <cp:keywords/>
  <dcterms:created xsi:type="dcterms:W3CDTF">2026-03-18T09:31:11Z</dcterms:created>
  <dcterms:modified xsi:type="dcterms:W3CDTF">2026-03-18T09:31:11Z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