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№14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Талебу Тенке Франк Устон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Лабораторная работа №14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Лабораторная работа №14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Приобретение практических навыков администрирования сетевых подсистем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сервере установим необходимые пакеты samba, samba-client и cifs-utils (рис. @fig-1):</a:t>
            </a:r>
          </a:p>
        </p:txBody>
      </p:sp>
      <p:pic>
        <p:nvPicPr>
          <p:cNvPr descr="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67000" y="1193800"/>
            <a:ext cx="3797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Создадим группу sambagroup для пользователей, добавлем пользователя и создадим общий каталог (рис. @fig-2):</a:t>
            </a:r>
          </a:p>
        </p:txBody>
      </p:sp>
      <p:pic>
        <p:nvPicPr>
          <p:cNvPr descr="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44800" y="1193800"/>
            <a:ext cx="3454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2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 файле конфигурации /etc/samba/smb.conf изменим параметр рабочей группы (рис. @fig-3):</a:t>
            </a:r>
          </a:p>
        </p:txBody>
      </p:sp>
      <p:pic>
        <p:nvPicPr>
          <p:cNvPr descr="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52500" y="1193800"/>
            <a:ext cx="7239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3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 конце файла добавим раздел с описанием общего доступа к разделяемому ресурсу (рис. @fig-4):</a:t>
            </a:r>
          </a:p>
        </p:txBody>
      </p:sp>
      <p:pic>
        <p:nvPicPr>
          <p:cNvPr descr="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73200"/>
            <a:ext cx="8229600" cy="2324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4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Убедимся, что мы не сделали синтаксических ошибок в файле smb.conf, используя команду testparm (рис. @fig-5):</a:t>
            </a:r>
          </a:p>
        </p:txBody>
      </p:sp>
      <p:pic>
        <p:nvPicPr>
          <p:cNvPr descr="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73200"/>
            <a:ext cx="8229600" cy="2336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Запустим демон Samba и посмотрим его статус (рис. @fig-6):</a:t>
            </a:r>
          </a:p>
        </p:txBody>
      </p:sp>
      <p:pic>
        <p:nvPicPr>
          <p:cNvPr descr="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47900" y="1193800"/>
            <a:ext cx="4660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6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Для проверки наличия общего доступа попробуем подключиться к серверу с помощью smbclient (рис. @fig-7):</a:t>
            </a:r>
          </a:p>
        </p:txBody>
      </p:sp>
      <p:pic>
        <p:nvPicPr>
          <p:cNvPr descr="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35300" y="1193800"/>
            <a:ext cx="3073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7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Посмотрим файл конфигурации межсетевого экрана для Samba и настроим его (рис. @fig-8):</a:t>
            </a:r>
          </a:p>
        </p:txBody>
      </p:sp>
      <p:pic>
        <p:nvPicPr>
          <p:cNvPr descr="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73400" y="1193800"/>
            <a:ext cx="2984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8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Настроим права доступа для каталога с разделяемым ресурсом, контекст безопасности SELinux и добавим пользователя в базу Samba (рис. @fig-9):</a:t>
            </a:r>
          </a:p>
        </p:txBody>
      </p:sp>
      <p:pic>
        <p:nvPicPr>
          <p:cNvPr descr="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44800" y="1193800"/>
            <a:ext cx="3441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9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клиенте установим необходимые пакеты samba-client и cifs-utils (рис. @fig-10):</a:t>
            </a:r>
          </a:p>
        </p:txBody>
      </p:sp>
      <p:pic>
        <p:nvPicPr>
          <p:cNvPr descr="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97000" y="1193800"/>
            <a:ext cx="6350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10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клиенте настроим межсетевой экран, создадим группу и изменим рабочую группу (рис. @fig-11):</a:t>
            </a:r>
          </a:p>
        </p:txBody>
      </p:sp>
      <p:pic>
        <p:nvPicPr>
          <p:cNvPr descr="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84400" y="1193800"/>
            <a:ext cx="4787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11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Создадим файл smbusers в каталоге /etc/samba/ для настройки работы с Samba с помощью файла учётных данных (рис. @fig-12):</a:t>
            </a:r>
          </a:p>
        </p:txBody>
      </p:sp>
      <p:pic>
        <p:nvPicPr>
          <p:cNvPr descr="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95400"/>
            <a:ext cx="8229600" cy="2679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12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Добавим строку в /etc/fstab и подмонтируем общий ресурс (рис. @fig-13):</a:t>
            </a:r>
          </a:p>
        </p:txBody>
      </p:sp>
      <p:pic>
        <p:nvPicPr>
          <p:cNvPr descr="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44800" y="1193800"/>
            <a:ext cx="3441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13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№14</a:t>
            </a:r>
          </a:p>
        </p:txBody>
      </p:sp>
      <p:pic>
        <p:nvPicPr>
          <p:cNvPr descr="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44800" y="1193800"/>
            <a:ext cx="3454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14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№15</a:t>
            </a:r>
          </a:p>
        </p:txBody>
      </p:sp>
      <p:pic>
        <p:nvPicPr>
          <p:cNvPr descr="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36800" y="1193800"/>
            <a:ext cx="4470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15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№16</a:t>
            </a:r>
          </a:p>
        </p:txBody>
      </p:sp>
      <p:pic>
        <p:nvPicPr>
          <p:cNvPr descr="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44800" y="1193800"/>
            <a:ext cx="3467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16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№17</a:t>
            </a:r>
          </a:p>
        </p:txBody>
      </p:sp>
      <p:pic>
        <p:nvPicPr>
          <p:cNvPr descr="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44800" y="1193800"/>
            <a:ext cx="3454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17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приобретены практические навыки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Спасибо за внимание!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Вопросы?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№14</dc:title>
  <dc:creator>Талебу Тенке Франк Устон</dc:creator>
  <cp:keywords/>
  <dcterms:created xsi:type="dcterms:W3CDTF">2026-03-18T09:37:34Z</dcterms:created>
  <dcterms:modified xsi:type="dcterms:W3CDTF">2026-03-18T09:37:34Z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classoption">
    <vt:lpwstr>aspectratio=169</vt:lpwstr>
  </property>
  <property fmtid="{D5CDD505-2E9C-101B-9397-08002B2CF9AE}" pid="4" name="date">
    <vt:lpwstr>2025</vt:lpwstr>
  </property>
  <property fmtid="{D5CDD505-2E9C-101B-9397-08002B2CF9AE}" pid="5" name="institute">
    <vt:lpwstr>Российский университет дружбы народов</vt:lpwstr>
  </property>
</Properties>
</file>