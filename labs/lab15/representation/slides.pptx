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9" Type="http://schemas.openxmlformats.org/officeDocument/2006/relationships/viewProps" Target="viewProps.xml" /><Relationship Id="rId1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1" Type="http://schemas.openxmlformats.org/officeDocument/2006/relationships/tableStyles" Target="tableStyles.xml" /><Relationship Id="rId2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№15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Талебу Тенке Франк Устон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Лабораторная работа №15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Лабораторная работа №15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Приобретение практических навыков администрирования сетевых подсистем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На сервере создадим файл конфигурации сетевого хранения журналов в каталоге /etc/rsyslog.d (рис. @fig-1):</a:t>
            </a:r>
          </a:p>
        </p:txBody>
      </p:sp>
      <p:pic>
        <p:nvPicPr>
          <p:cNvPr descr="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060700" y="1193800"/>
            <a:ext cx="3035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В файле конфигурации /etc/rsyslog.d/netlog-server.conf включим приём записей журнала по TCP-порту 514 (рис. @fig-2):</a:t>
            </a:r>
          </a:p>
        </p:txBody>
      </p:sp>
      <p:pic>
        <p:nvPicPr>
          <p:cNvPr descr="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36700" y="1193800"/>
            <a:ext cx="6057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2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Перезапустим службу rsyslog и посмотрим, какие порты, связанные с rsyslog, прослушиваются (рис. @fig-3):</a:t>
            </a:r>
          </a:p>
        </p:txBody>
      </p:sp>
      <p:pic>
        <p:nvPicPr>
          <p:cNvPr descr="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06700" y="1193800"/>
            <a:ext cx="3543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3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На сервере настроим межсетевой экран для приёма сообщений по TCP-порту 514 (рис. @fig-4):</a:t>
            </a:r>
          </a:p>
        </p:txBody>
      </p:sp>
      <p:pic>
        <p:nvPicPr>
          <p:cNvPr descr="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62000" y="1193800"/>
            <a:ext cx="7607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4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На клиенте создадим файл конфигурации сетевого хранения журналов (рис. @fig-5):</a:t>
            </a:r>
          </a:p>
        </p:txBody>
      </p:sp>
      <p:pic>
        <p:nvPicPr>
          <p:cNvPr descr="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263900" y="1193800"/>
            <a:ext cx="2616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5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В файле конфигурации /etc/rsyslog.d/netlog-client.conf включим перенаправление сообщений журнала на 514 TCP-порт сервера (рис. @fig-6):</a:t>
            </a:r>
          </a:p>
        </p:txBody>
      </p:sp>
      <p:pic>
        <p:nvPicPr>
          <p:cNvPr descr="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022600" y="1193800"/>
            <a:ext cx="3098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6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Перезапустим службу rsyslog на клиенте для применения изменений (рис. @fig-7):</a:t>
            </a:r>
          </a:p>
        </p:txBody>
      </p:sp>
      <p:pic>
        <p:nvPicPr>
          <p:cNvPr descr="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213100" y="1193800"/>
            <a:ext cx="2730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7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На сервере просмотрим один из файлов журнала для проверки сбора сообщений (рис. @fig-8):</a:t>
            </a:r>
          </a:p>
        </p:txBody>
      </p:sp>
      <p:pic>
        <p:nvPicPr>
          <p:cNvPr descr="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76400" y="1193800"/>
            <a:ext cx="5791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8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На сервере под пользователем запустим графическую программу для просмотра журналов gnome-system-monitor (рис. @fig-9):</a:t>
            </a:r>
          </a:p>
        </p:txBody>
      </p:sp>
      <p:pic>
        <p:nvPicPr>
          <p:cNvPr descr="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54200" y="1193800"/>
            <a:ext cx="5422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9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На сервере установим просмотрщик журналов системных сообщений lnav (рис. @fig-10):</a:t>
            </a:r>
          </a:p>
        </p:txBody>
      </p:sp>
      <p:pic>
        <p:nvPicPr>
          <p:cNvPr descr="1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89200" y="1193800"/>
            <a:ext cx="4165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10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Просмотрим логи с помощью lnav для удобного анализа системных сообщений (рис. @fig-11):</a:t>
            </a:r>
          </a:p>
        </p:txBody>
      </p:sp>
      <p:pic>
        <p:nvPicPr>
          <p:cNvPr descr="1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219200"/>
            <a:ext cx="8229600" cy="2832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11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Выводы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ходе выполнения лабораторной работы были приобретены практические навыки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Спасибо за внимание!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Вопросы?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№15</dc:title>
  <dc:creator>Талебу Тенке Франк Устон</dc:creator>
  <cp:keywords/>
  <dcterms:created xsi:type="dcterms:W3CDTF">2026-03-18T09:38:04Z</dcterms:created>
  <dcterms:modified xsi:type="dcterms:W3CDTF">2026-03-18T09:38:04Z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spectratio">
    <vt:lpwstr>169</vt:lpwstr>
  </property>
  <property fmtid="{D5CDD505-2E9C-101B-9397-08002B2CF9AE}" pid="3" name="classoption">
    <vt:lpwstr>aspectratio=169</vt:lpwstr>
  </property>
  <property fmtid="{D5CDD505-2E9C-101B-9397-08002B2CF9AE}" pid="4" name="date">
    <vt:lpwstr>2025</vt:lpwstr>
  </property>
  <property fmtid="{D5CDD505-2E9C-101B-9397-08002B2CF9AE}" pid="5" name="institute">
    <vt:lpwstr>Российский университет дружбы народов</vt:lpwstr>
  </property>
</Properties>
</file>