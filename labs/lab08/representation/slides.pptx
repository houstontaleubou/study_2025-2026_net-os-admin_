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Перейдём в режим суперпользователя и установим необходимые для работы пакеты (рис. @fig-1, @fig-2):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Установка Postfix на сервере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2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Сконфигурируем межсетевой экран, разрешив работать службе протокола SMTP. Восстановим контекст безопасности в SELinux и запустим Postfix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229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Просмотрим и изменим параметры Postfix, заменив значение параметра myorigin на значение параметра mydomain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82296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Проверим корректность конфигурационного файла и перезагрузим Postfix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68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под учётной записью пользователя отправим себе письмо, используя утилиту mail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Запустим мониторинг работы почтовой службы и посмотрим, что произошло с нашим сообщением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8229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client установим необходимые для работы пакеты (рис. @fig-8, @fig-9):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71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Установка Postfix на клиенте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35200" y="1193800"/>
            <a:ext cx="466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Настроим Postfix на клиенте и отправим тестовое письмо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настроим параметры сетевых интерфейсов и перезапустим Postfix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81200"/>
            <a:ext cx="8229600" cy="129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 клиента отправим письмо на свой доменный адрес и просмотрим очередь сообщений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39900"/>
            <a:ext cx="82296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Пропишем MX-запись в файлах прямой и обратной DNS-зон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8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Восстановим контекст безопасности, перезапустим DNS и отправим сообщения из очереди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16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Настроим скрипты для автоматического развёртывания и добавим записи в Vagrantfile (рис. @fig-15):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5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82296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82800"/>
            <a:ext cx="8229600" cy="110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№18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17700"/>
            <a:ext cx="82296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№19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№20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№21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22500"/>
            <a:ext cx="8229600" cy="81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№22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82296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№23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19300"/>
            <a:ext cx="82296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23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№24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38400"/>
            <a:ext cx="8229600" cy="39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№25</a:t>
            </a:r>
          </a:p>
        </p:txBody>
      </p:sp>
      <p:pic>
        <p:nvPicPr>
          <p:cNvPr descr="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1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№26</a:t>
            </a:r>
          </a:p>
        </p:txBody>
      </p:sp>
      <p:pic>
        <p:nvPicPr>
          <p:cNvPr descr="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44700"/>
            <a:ext cx="8229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26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№27</a:t>
            </a:r>
          </a:p>
        </p:txBody>
      </p:sp>
      <p:pic>
        <p:nvPicPr>
          <p:cNvPr descr="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27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№28</a:t>
            </a:r>
          </a:p>
        </p:txBody>
      </p:sp>
      <p:pic>
        <p:nvPicPr>
          <p:cNvPr descr="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24100"/>
            <a:ext cx="8229600" cy="60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28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№29</a:t>
            </a:r>
          </a:p>
        </p:txBody>
      </p:sp>
      <p:pic>
        <p:nvPicPr>
          <p:cNvPr descr="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6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29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№30</a:t>
            </a:r>
          </a:p>
        </p:txBody>
      </p:sp>
      <p:pic>
        <p:nvPicPr>
          <p:cNvPr descr="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30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№31</a:t>
            </a:r>
          </a:p>
        </p:txBody>
      </p:sp>
      <p:pic>
        <p:nvPicPr>
          <p:cNvPr descr="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32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31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№08</dc:title>
  <dc:creator>Талебу Тенке Франк Устон</dc:creator>
  <cp:keywords/>
  <dcterms:created xsi:type="dcterms:W3CDTF">2026-03-18T09:33:02Z</dcterms:created>
  <dcterms:modified xsi:type="dcterms:W3CDTF">2026-03-18T09:33:02Z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