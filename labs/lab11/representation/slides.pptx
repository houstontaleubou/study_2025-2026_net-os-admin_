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№11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Лабораторная работа №11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Приобретение практических навыков администрирования сетевых подсистем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сервере зададим пароль для пользователя root (рис. @fig-1):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79500" y="1193800"/>
            <a:ext cx="6972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сервере в дополнительном терминале запустим мониторинг системных событий (рис. @fig-2):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 клиента попытаемся получить доступ к серверу посредством SSH-соединения через пользователя root (рис. @fig-3):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54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сервере откроем файл /etc/ssh/sshd_config для редактирования и запретим вход на сервер пользователю root (рис. @fig-4):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90700" y="1193800"/>
            <a:ext cx="5549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4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После сохранения изменений перезапустим sshd (рис. @fig-5):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27200"/>
            <a:ext cx="8229600" cy="181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сервере откроем файл /etc/ssh/sshd_config и добавим строку AllowUsers vagrant, затем перезапустим sshd (рис. @fig-6, @fig-7):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19400" y="1193800"/>
            <a:ext cx="3505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6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Настройка AllowUsers</a:t>
            </a:r>
          </a:p>
        </p:txBody>
      </p:sp>
      <p:pic>
        <p:nvPicPr>
          <p:cNvPr descr="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84400" y="1193800"/>
            <a:ext cx="4775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Внесём изменение в файл /etc/ssh/sshd_config, добавив пользователя user в AllowUsers, и перезапустим sshd (рис. @fig-8, @fig-9):</a:t>
            </a:r>
          </a:p>
        </p:txBody>
      </p:sp>
      <p:pic>
        <p:nvPicPr>
          <p:cNvPr descr="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30500" y="1193800"/>
            <a:ext cx="3670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8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Добавление пользователя в AllowUsers</a:t>
            </a:r>
          </a:p>
        </p:txBody>
      </p:sp>
      <p:pic>
        <p:nvPicPr>
          <p:cNvPr descr="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57500" y="1193800"/>
            <a:ext cx="3416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9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 файле /etc/ssh/sshd_config добавим второй порт 2022, перезапустим sshd и проверим статус (рис. @fig-10, @fig-11):</a:t>
            </a:r>
          </a:p>
        </p:txBody>
      </p:sp>
      <p:pic>
        <p:nvPicPr>
          <p:cNvPr descr="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09900" y="1193800"/>
            <a:ext cx="3136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10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Настройка нескольких портов</a:t>
            </a:r>
          </a:p>
        </p:txBody>
      </p:sp>
      <p:pic>
        <p:nvPicPr>
          <p:cNvPr descr="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38400" y="1193800"/>
            <a:ext cx="4254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11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Исправим метки SELinux для порта 2022 и откроем порт в межсетевом экране, затем перезапустим sshd (рис. @fig-12):</a:t>
            </a:r>
          </a:p>
        </p:txBody>
      </p:sp>
      <p:pic>
        <p:nvPicPr>
          <p:cNvPr descr="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05100" y="1193800"/>
            <a:ext cx="3733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12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 клиента подключимся к серверу через порт 2022 и получим доступ root (рис. @fig-13):</a:t>
            </a:r>
          </a:p>
        </p:txBody>
      </p:sp>
      <p:pic>
        <p:nvPicPr>
          <p:cNvPr descr="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67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сервере разрешим аутентификацию по ключу и перезапустим sshd (рис. @fig-14):</a:t>
            </a:r>
          </a:p>
        </p:txBody>
      </p:sp>
      <p:pic>
        <p:nvPicPr>
          <p:cNvPr descr="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97000"/>
            <a:ext cx="8229600" cy="2489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14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клиенте сформируем SSH-ключ и скопируем его на сервер (рис. @fig-15):</a:t>
            </a:r>
          </a:p>
        </p:txBody>
      </p:sp>
      <p:pic>
        <p:nvPicPr>
          <p:cNvPr descr="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41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15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приобретены практические навыки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Спасибо за внимание!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Вопросы?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№11</dc:title>
  <dc:creator>Талебу Тенке Франк Устон</dc:creator>
  <cp:keywords/>
  <dcterms:created xsi:type="dcterms:W3CDTF">2026-03-18T09:35:28Z</dcterms:created>
  <dcterms:modified xsi:type="dcterms:W3CDTF">2026-03-18T09:35:28Z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classoption">
    <vt:lpwstr>aspectratio=169</vt:lpwstr>
  </property>
  <property fmtid="{D5CDD505-2E9C-101B-9397-08002B2CF9AE}" pid="4" name="date">
    <vt:lpwstr>2025</vt:lpwstr>
  </property>
  <property fmtid="{D5CDD505-2E9C-101B-9397-08002B2CF9AE}" pid="5" name="institute">
    <vt:lpwstr>Российский университет дружбы народов</vt:lpwstr>
  </property>
</Properties>
</file>