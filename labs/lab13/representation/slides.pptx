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Лабораторная работа №13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Приобретение практических навыков администрирования сетевых подсистем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установим необходимое программное обеспечение nfs-utils (рис. @fig-1):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32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создадим каталог, который предполагается сделать доступным всем пользователям сети (корень дерева NFS) (рис. @fig-2):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62000" y="1193800"/>
            <a:ext cx="7607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 файле /etc/exports пропишем подключаемый через NFS общий каталог с доступом только на чтение (рис. @fig-3):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1193800"/>
            <a:ext cx="6426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Для общего каталога зададим контекст безопасности NFS, применим изменённую настройку SELinux, запустим сервер NFS и настроим межсетевой экран (рис. @fig-4):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57500" y="1193800"/>
            <a:ext cx="3429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клиенте установим необходимое для работы NFS программное обеспечение (рис. @fig-5):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82900" y="1193800"/>
            <a:ext cx="3365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клиенте попробуем посмотреть имеющиеся подмонтированные удалённые ресурсы (рис. @fig-6):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52700" y="1193800"/>
            <a:ext cx="4038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Попробуем на сервере остановить сервис межсетевого экрана (рис. @fig-7):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90800" y="1193800"/>
            <a:ext cx="3975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запустим сервис межсетевого экрана (рис. @fig-8):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89000" y="1193800"/>
            <a:ext cx="7353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посмотрим, какие службы задействованы при удалённом монтировании (TCP и UDP) (рис. @fig-9, @fig-10):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01700" y="1193800"/>
            <a:ext cx="7353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Просмотр служб NFS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492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Добавим службы rpc-bind и mountd в настройки межсетевого экрана на сервере (рис. @fig-11):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193800"/>
            <a:ext cx="381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клиенте создадим каталог для монтирования удалённого ресурса и подмонтируем дерево NFS. Проверим, что общий ресурс подключён правильно (рис. @fig-12):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47800"/>
            <a:ext cx="8229600" cy="238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12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клиенте в конце файла /etc/fstab добавим запись для автоматического монтирования NFS при загрузке (рис. @fig-13):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43100" y="1193800"/>
            <a:ext cx="5257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клиенте проверим наличие автоматического монтирования удалённых ресурсов при запуске системы (рис. @fig-14):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4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14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создадим общий каталог, в который затем будет подмонтирован каталог с контентом веб-сервера (рис. @fig-15):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06500" y="1193800"/>
            <a:ext cx="6743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Подмонтируем каталог веб-сервера и проверим содержимое каталога /srv/nfs (рис. @fig-16):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5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16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сервере в файле /etc/exports добавим экспорт каталога веб-сервера с удалённого ресурса (рис. @fig-17):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19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17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приобретены практические навыки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Вопросы?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№13</dc:title>
  <dc:creator>Талебу Тенке Франк Устон</dc:creator>
  <cp:keywords/>
  <dcterms:created xsi:type="dcterms:W3CDTF">2026-03-18T09:37:13Z</dcterms:created>
  <dcterms:modified xsi:type="dcterms:W3CDTF">2026-03-18T09:37:13Z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institute">
    <vt:lpwstr>Российский университет дружбы народов</vt:lpwstr>
  </property>
</Properties>
</file>