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95" r:id="rId4"/>
    <p:sldId id="301" r:id="rId5"/>
    <p:sldId id="296" r:id="rId6"/>
    <p:sldId id="305" r:id="rId7"/>
    <p:sldId id="297" r:id="rId8"/>
    <p:sldId id="302" r:id="rId9"/>
    <p:sldId id="303" r:id="rId10"/>
    <p:sldId id="304" r:id="rId11"/>
    <p:sldId id="306" r:id="rId12"/>
    <p:sldId id="30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14" autoAdjust="0"/>
    <p:restoredTop sz="94660"/>
  </p:normalViewPr>
  <p:slideViewPr>
    <p:cSldViewPr snapToGrid="0">
      <p:cViewPr>
        <p:scale>
          <a:sx n="75" d="100"/>
          <a:sy n="75" d="100"/>
        </p:scale>
        <p:origin x="11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611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92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4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21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12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05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76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57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71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869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011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978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014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047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938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10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81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№3</a:t>
            </a:r>
            <a:br>
              <a:rPr lang="ru-RU" sz="5400" dirty="0"/>
            </a:br>
            <a:br>
              <a:rPr lang="ru-RU" sz="5400" dirty="0"/>
            </a:br>
            <a:r>
              <a:rPr lang="ru-RU" sz="2700" b="1" dirty="0"/>
              <a:t>Настройка </a:t>
            </a:r>
            <a:r>
              <a:rPr lang="en-US" sz="2700" b="1" dirty="0"/>
              <a:t>DHCP-</a:t>
            </a:r>
            <a:r>
              <a:rPr lang="ru-RU" sz="2700" b="1" dirty="0"/>
              <a:t>сервера</a:t>
            </a:r>
            <a:br>
              <a:rPr lang="ru-RU" sz="5400" dirty="0"/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209" y="3890393"/>
            <a:ext cx="10572000" cy="1421612"/>
          </a:xfrm>
        </p:spPr>
        <p:txBody>
          <a:bodyPr>
            <a:normAutofit fontScale="85000" lnSpcReduction="1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sz="20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ТалебуТенке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Франк</a:t>
            </a:r>
          </a:p>
          <a:p>
            <a:pPr algn="ctr">
              <a:tabLst>
                <a:tab pos="3314700" algn="l"/>
                <a:tab pos="3743325" algn="l"/>
              </a:tabLst>
            </a:pPr>
            <a:r>
              <a:rPr lang="ru-RU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0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0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0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A57AA9E-5047-4613-B708-CC0B9FB2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5FE807E-CD9D-4ABF-93CC-D528639BF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609" y="2656711"/>
            <a:ext cx="7882782" cy="2408175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Приобретение практических навыков по установке и конфигурированию DHCP-сервера.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DHCP-</a:t>
            </a:r>
            <a:r>
              <a:rPr lang="ru-RU" dirty="0"/>
              <a:t>сервера 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410CA56-958D-4631-9DCA-44EB9628BDF8}"/>
              </a:ext>
            </a:extLst>
          </p:cNvPr>
          <p:cNvSpPr txBox="1">
            <a:spLocks/>
          </p:cNvSpPr>
          <p:nvPr/>
        </p:nvSpPr>
        <p:spPr>
          <a:xfrm>
            <a:off x="810001" y="5181312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1.1. </a:t>
            </a:r>
            <a:r>
              <a:rPr lang="ru-RU" dirty="0"/>
              <a:t>Открытие рабочего каталога с проектом и запуск виртуальной машины </a:t>
            </a:r>
            <a:r>
              <a:rPr lang="en-US" dirty="0"/>
              <a:t>server</a:t>
            </a:r>
            <a:r>
              <a:rPr lang="ru-RU" dirty="0"/>
              <a:t>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D00C9A-1F98-6DA2-30E3-CE0ACA77B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2C7734-DC89-6037-D6B1-A8726CEE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008" y="0"/>
            <a:ext cx="81999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1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BE344-B0F9-EABB-0B97-1E055717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6EB70-65E7-9650-C032-686CAB77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DHCP-</a:t>
            </a:r>
            <a:r>
              <a:rPr lang="ru-RU" dirty="0"/>
              <a:t>сервера 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23467D1A-972D-AE17-E481-42E232859D56}"/>
              </a:ext>
            </a:extLst>
          </p:cNvPr>
          <p:cNvSpPr txBox="1">
            <a:spLocks/>
          </p:cNvSpPr>
          <p:nvPr/>
        </p:nvSpPr>
        <p:spPr>
          <a:xfrm>
            <a:off x="810001" y="5181312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1.1. </a:t>
            </a:r>
            <a:r>
              <a:rPr lang="ru-RU" dirty="0"/>
              <a:t>Открытие рабочего каталога с проектом и запуск виртуальной машины </a:t>
            </a:r>
            <a:r>
              <a:rPr lang="en-US" dirty="0"/>
              <a:t>server</a:t>
            </a:r>
            <a:r>
              <a:rPr lang="ru-RU" dirty="0"/>
              <a:t>.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07FD75-2457-DAAE-8C19-7E7AB94BE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561" y="646279"/>
            <a:ext cx="6803039" cy="5565441"/>
          </a:xfrm>
        </p:spPr>
      </p:pic>
    </p:spTree>
    <p:extLst>
      <p:ext uri="{BB962C8B-B14F-4D97-AF65-F5344CB8AC3E}">
        <p14:creationId xmlns:p14="http://schemas.microsoft.com/office/powerpoint/2010/main" val="645180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2918-F562-4E00-C730-A90DC930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6CB7F5-E79B-27C1-DED3-8CC36E47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DHCP-</a:t>
            </a:r>
            <a:r>
              <a:rPr lang="ru-RU" dirty="0"/>
              <a:t>сервера 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B669B04-6219-84D9-875E-75D74DF5EDD1}"/>
              </a:ext>
            </a:extLst>
          </p:cNvPr>
          <p:cNvSpPr txBox="1">
            <a:spLocks/>
          </p:cNvSpPr>
          <p:nvPr/>
        </p:nvSpPr>
        <p:spPr>
          <a:xfrm>
            <a:off x="810001" y="5181312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1.1. </a:t>
            </a:r>
            <a:r>
              <a:rPr lang="ru-RU" dirty="0"/>
              <a:t>Открытие рабочего каталога с проектом и запуск виртуальной машины </a:t>
            </a:r>
            <a:r>
              <a:rPr lang="en-US" dirty="0"/>
              <a:t>server</a:t>
            </a:r>
            <a:r>
              <a:rPr lang="ru-RU" dirty="0"/>
              <a:t>.</a:t>
            </a:r>
          </a:p>
        </p:txBody>
      </p:sp>
      <p:pic>
        <p:nvPicPr>
          <p:cNvPr id="5" name="Объект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505B73-CC54-8374-7A92-62DF8155D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1" y="855663"/>
            <a:ext cx="10317499" cy="5020205"/>
          </a:xfrm>
        </p:spPr>
      </p:pic>
    </p:spTree>
    <p:extLst>
      <p:ext uri="{BB962C8B-B14F-4D97-AF65-F5344CB8AC3E}">
        <p14:creationId xmlns:p14="http://schemas.microsoft.com/office/powerpoint/2010/main" val="428572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EBD7-B1CC-DD5B-737D-7B97B983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34F47C-71DD-B7E0-BD9F-259EE65FE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942" y="2100077"/>
            <a:ext cx="6554115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5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F5CAD-DA06-9DAE-BCA5-2A3B88FC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6D3357-F5DB-B0E2-EA7F-612459EE0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04" y="690180"/>
            <a:ext cx="8535591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3F1EB-7209-7E46-CA44-7EE37482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129DF8-D072-6A40-EC58-ECC5CC823C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05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9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175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68B47-3C7E-3D8C-45ED-E0F92B24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CF068E-027F-ADDA-0B9E-74CECD0F4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81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9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3090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A0DB-4EF7-964C-0B22-22DF2031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C0EAF7-7053-3554-5E0B-4605CDB0D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179" y="933101"/>
            <a:ext cx="7287642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8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8038B-B1E3-DE0D-3512-C65C2892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компьютер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58564E-B120-5C0E-6546-5571D00594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66" b="1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9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8501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54225-00E7-C593-06BD-B1FAC38E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298367-F4CF-694A-D8F5-0CC271CC9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31" y="733144"/>
            <a:ext cx="9677648" cy="523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19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приобретены практические навыки по установке и конфигурированию </a:t>
            </a:r>
            <a:r>
              <a:rPr lang="en-US" dirty="0"/>
              <a:t>DHCP</a:t>
            </a:r>
            <a:r>
              <a:rPr lang="ru-RU" dirty="0"/>
              <a:t>-сервера.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909" y="2983568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i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368</TotalTime>
  <Words>110</Words>
  <Application>Microsoft Office PowerPoint</Application>
  <PresentationFormat>Широкоэкранный</PresentationFormat>
  <Paragraphs>16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Garamond</vt:lpstr>
      <vt:lpstr>Times New Roman</vt:lpstr>
      <vt:lpstr>Organic</vt:lpstr>
      <vt:lpstr>Лабораторная работа №3  Настройка DHCP-сервера </vt:lpstr>
      <vt:lpstr>Цель работы</vt:lpstr>
      <vt:lpstr>Установка DHCP-сервера </vt:lpstr>
      <vt:lpstr>Установка DHCP-сервера </vt:lpstr>
      <vt:lpstr>Установка DHCP-сервера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 Bnaismba</dc:creator>
  <cp:lastModifiedBy>Талебу Тенке Франк Устон</cp:lastModifiedBy>
  <cp:revision>158</cp:revision>
  <dcterms:created xsi:type="dcterms:W3CDTF">2022-11-11T17:59:21Z</dcterms:created>
  <dcterms:modified xsi:type="dcterms:W3CDTF">2026-03-05T10:30:43Z</dcterms:modified>
</cp:coreProperties>
</file>