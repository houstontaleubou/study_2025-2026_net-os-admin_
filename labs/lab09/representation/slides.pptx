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№09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Перейдём в режим суперпользователя и установим необходимые для работы пакеты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Postfix зададим каталог для доставки почты. Сконфигурируем межсетевой экран, разрешив работать службам протоколов POP3 и IMAP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Восстановим контекст безопасности в SELinux. Перезапустим Postfix и запустим Dovecot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6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терминале сервера просмотрим имеющуюся почту и mailbox пользователя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client установим почтовый клиент Evolution, запустим и настроим его для работы с нашим почтовым сервером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3400" y="1193800"/>
            <a:ext cx="300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Из почтового клиента отправим себе несколько тестовых писем и убедимся, что они доставлены. Параллельно посмотрим сообщения при мониторинге почтовой службы на сервере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36800"/>
            <a:ext cx="8229600" cy="58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Проверим работу почтовой службы, используя на сервере протокол Telnet: подключимся к почтовому серверу по протоколу POP3, получим список писем, прочитаем первое письмо и удалим второе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перейдём в каталог для внесения изменений в настройки внутреннего окружения, поместим конфигурационные файлы Dovecot и заменим конфигурационный файл Postfix. Внесём изменения в файл mail.sh на сервере и клиенте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06600"/>
            <a:ext cx="8229600" cy="124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№9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90700"/>
            <a:ext cx="82296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№10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0700" y="1193800"/>
            <a:ext cx="302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№11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№12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89300" y="1193800"/>
            <a:ext cx="255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№13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603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№14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62100"/>
            <a:ext cx="82296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№15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41500"/>
            <a:ext cx="8229600" cy="160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№09</dc:title>
  <dc:creator>Талебу Тенке Франк Устон</dc:creator>
  <cp:keywords/>
  <dcterms:created xsi:type="dcterms:W3CDTF">2026-03-18T09:33:39Z</dcterms:created>
  <dcterms:modified xsi:type="dcterms:W3CDTF">2026-03-18T09:33:39Z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