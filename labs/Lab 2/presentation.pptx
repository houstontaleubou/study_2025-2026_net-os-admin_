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80" r:id="rId4"/>
    <p:sldId id="281" r:id="rId5"/>
    <p:sldId id="282" r:id="rId6"/>
    <p:sldId id="284" r:id="rId7"/>
    <p:sldId id="285" r:id="rId8"/>
    <p:sldId id="286" r:id="rId9"/>
    <p:sldId id="283" r:id="rId10"/>
    <p:sldId id="287" r:id="rId11"/>
    <p:sldId id="28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55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06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39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52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55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31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0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596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14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4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15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492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66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855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431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818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032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02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№2</a:t>
            </a:r>
            <a:br>
              <a:rPr lang="ru-RU" sz="5400" dirty="0"/>
            </a:br>
            <a:br>
              <a:rPr lang="ru-RU" sz="5400" dirty="0"/>
            </a:br>
            <a:r>
              <a:rPr lang="ru-RU" sz="2700" b="1" dirty="0"/>
              <a:t>Настройка </a:t>
            </a:r>
            <a:r>
              <a:rPr lang="en-US" sz="2700" b="1" dirty="0"/>
              <a:t>DNS-</a:t>
            </a:r>
            <a:r>
              <a:rPr lang="ru-RU" sz="2700" b="1" dirty="0"/>
              <a:t>сервера</a:t>
            </a:r>
            <a:br>
              <a:rPr lang="ru-RU" sz="5400" b="1" dirty="0"/>
            </a:br>
            <a:endParaRPr lang="ru-RU" sz="5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150" y="3895589"/>
            <a:ext cx="10572000" cy="1421612"/>
          </a:xfrm>
        </p:spPr>
        <p:txBody>
          <a:bodyPr>
            <a:normAutofit fontScale="70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ТалебуТенке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Франк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103F03-E122-4736-BB37-2FBA1D095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409" y="2556932"/>
            <a:ext cx="9078188" cy="1459154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Целью данной работы является приобретение практических навыков по установке и конфигурированию DNS-сервера, усвоение принципов работы системы доменных имён.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5E6E2-39E2-038E-3CD5-565AFFBF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361423-5833-2B41-A673-55EC1A517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" b="13538"/>
          <a:stretch>
            <a:fillRect/>
          </a:stretch>
        </p:blipFill>
        <p:spPr>
          <a:xfrm>
            <a:off x="1639263" y="171130"/>
            <a:ext cx="8913473" cy="651573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68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F41F-27B5-BEEF-A0CB-C19A539D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A371A-DD99-3ED7-25C1-7BE91500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E848CA-E7D1-52B8-E5CC-6B546A88F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3" y="418008"/>
            <a:ext cx="10876548" cy="6277158"/>
          </a:xfrm>
        </p:spPr>
      </p:pic>
    </p:spTree>
    <p:extLst>
      <p:ext uri="{BB962C8B-B14F-4D97-AF65-F5344CB8AC3E}">
        <p14:creationId xmlns:p14="http://schemas.microsoft.com/office/powerpoint/2010/main" val="1799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91F0-B940-11C3-D0AD-8D560288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6A5F7-425C-D1C2-4224-D311EB04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01E7B4-C0B4-7A2A-AAC2-A66BBA093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38" y="1372463"/>
            <a:ext cx="12060462" cy="4337664"/>
          </a:xfrm>
        </p:spPr>
      </p:pic>
    </p:spTree>
    <p:extLst>
      <p:ext uri="{BB962C8B-B14F-4D97-AF65-F5344CB8AC3E}">
        <p14:creationId xmlns:p14="http://schemas.microsoft.com/office/powerpoint/2010/main" val="236383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15DB-0D78-5B24-4560-E8967F6C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F37CF-8819-6831-A139-EF324B15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8D707F-4A52-C36C-C8D1-D1C49FA01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865" y="506984"/>
            <a:ext cx="8939461" cy="5844032"/>
          </a:xfrm>
        </p:spPr>
      </p:pic>
    </p:spTree>
    <p:extLst>
      <p:ext uri="{BB962C8B-B14F-4D97-AF65-F5344CB8AC3E}">
        <p14:creationId xmlns:p14="http://schemas.microsoft.com/office/powerpoint/2010/main" val="61124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1FA6-8D68-6F76-445A-0B136AA2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AE60C-5783-9BAE-7873-12DC93E32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A15E38-3DF9-BB0A-06BE-D54569BE9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34539"/>
            <a:ext cx="10668000" cy="5835245"/>
          </a:xfrm>
        </p:spPr>
      </p:pic>
    </p:spTree>
    <p:extLst>
      <p:ext uri="{BB962C8B-B14F-4D97-AF65-F5344CB8AC3E}">
        <p14:creationId xmlns:p14="http://schemas.microsoft.com/office/powerpoint/2010/main" val="368638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5E6D-2A41-AC70-09C5-8575C9CA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C8D39-02C1-9AB9-37C1-489373A1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A8BD8D-14F0-CC2B-D252-47BC3B326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0" y="781343"/>
            <a:ext cx="12056050" cy="4865477"/>
          </a:xfrm>
        </p:spPr>
      </p:pic>
    </p:spTree>
    <p:extLst>
      <p:ext uri="{BB962C8B-B14F-4D97-AF65-F5344CB8AC3E}">
        <p14:creationId xmlns:p14="http://schemas.microsoft.com/office/powerpoint/2010/main" val="3693857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06BCC-1361-1FA6-FD6D-27B476A5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41726-F637-ADCC-5BF5-BF4761E9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6BE93A-BB68-956C-FD98-D8030973A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118" y="585896"/>
            <a:ext cx="7944850" cy="6063952"/>
          </a:xfrm>
        </p:spPr>
      </p:pic>
    </p:spTree>
    <p:extLst>
      <p:ext uri="{BB962C8B-B14F-4D97-AF65-F5344CB8AC3E}">
        <p14:creationId xmlns:p14="http://schemas.microsoft.com/office/powerpoint/2010/main" val="288511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5803-4A00-714D-0F79-94B134D2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CC6FD-B4C2-59C8-C1A1-126A1A04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A576EA-4A10-D946-DAD6-F8847B81F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262" y="20603"/>
            <a:ext cx="9063788" cy="6837397"/>
          </a:xfrm>
        </p:spPr>
      </p:pic>
    </p:spTree>
    <p:extLst>
      <p:ext uri="{BB962C8B-B14F-4D97-AF65-F5344CB8AC3E}">
        <p14:creationId xmlns:p14="http://schemas.microsoft.com/office/powerpoint/2010/main" val="1122441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6082-996D-1FCA-7D04-DA261B7B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9C20B-BA90-C37C-E81E-DC1B8195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Объект 6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14CC7C-BFAF-6438-D3C5-098A1B65B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0"/>
            <a:ext cx="9276345" cy="6832577"/>
          </a:xfrm>
        </p:spPr>
      </p:pic>
    </p:spTree>
    <p:extLst>
      <p:ext uri="{BB962C8B-B14F-4D97-AF65-F5344CB8AC3E}">
        <p14:creationId xmlns:p14="http://schemas.microsoft.com/office/powerpoint/2010/main" val="1668794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808949"/>
            <a:ext cx="10554574" cy="36365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800" i="1" dirty="0"/>
              <a:t>Спасибо за внимание</a:t>
            </a:r>
            <a:r>
              <a:rPr lang="en-US" sz="4800" i="1" dirty="0"/>
              <a:t> </a:t>
            </a:r>
            <a:r>
              <a:rPr lang="ru-RU" sz="4800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718</TotalTime>
  <Words>50</Words>
  <Application>Microsoft Office PowerPoint</Application>
  <PresentationFormat>Широкоэкранный</PresentationFormat>
  <Paragraphs>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Garamond</vt:lpstr>
      <vt:lpstr>Times New Roman</vt:lpstr>
      <vt:lpstr>Organic</vt:lpstr>
      <vt:lpstr>Лабораторная работа №2  Настройка DNS-сервера 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Талебу Тенке Франк Устон</cp:lastModifiedBy>
  <cp:revision>124</cp:revision>
  <dcterms:created xsi:type="dcterms:W3CDTF">2022-11-11T17:59:21Z</dcterms:created>
  <dcterms:modified xsi:type="dcterms:W3CDTF">2026-03-04T13:44:52Z</dcterms:modified>
</cp:coreProperties>
</file>