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№02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Загрузим нашу операционную систему и перейдем в рабочий каталог с проектом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3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Далее запустим виртуальную машину server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52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войдём под созданным нами в предыдущей работе пользователем и откроем терминал. Перейдём в режим суперпользователя и установим bind и bind-utils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8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 помощью утилиты dig сделаем запрос к DNS-адресу www.yandex.ru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8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Просмотрим содержание основных конфигурационных файлов DNS (рис. @fig-5, @fig-6, @fig-7, @fig-8, @fig-9):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16100" y="1193800"/>
            <a:ext cx="5511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 конфигурационных файлов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06600"/>
            <a:ext cx="8229600" cy="125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 конфигурационных файлов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6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 конфигурационных файлов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499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 конфигурационных файлов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722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Запустим DNS-сервер и включим его в автозагрузку (рис. @fig-10):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193800"/>
            <a:ext cx="440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Проанализируем отличие в выведенной на экран информации при выполнении команд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193800"/>
            <a:ext cx="369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Сделаем DNS-сервер сервером по умолчанию для хоста server и внутренней виртуальной сети. Для этого изменим настройки сетевого соединения eth0 в NetworkManager (рис. @fig-12):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8229600" cy="151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Повторим действия для соединения System eth0 (рис. @fig-13):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Перезапустим NetworkManager и проверим наличие изменений в файле /etc/resolv.conf (рис. @fig-14):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193800"/>
            <a:ext cx="440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Внесём изменения в файл /etc/named.conf для настройки направления DNS-запросов (рис. @fig-15):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Внесём изменения в настройки межсетевого экрана узла server, разрешив работу с DNS (рис. @fig-16):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76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Добавим перенаправление DNS-запросов на вышестоящий DNS-сервер и отключим DNSSEC при необходимости (рис. @fig-17):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03300" y="1193800"/>
            <a:ext cx="7137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Откроем файл /etc/named/user.net и пропишем прямую и обратную зоны (рис. @fig-18):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13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Создадим подкаталоги для файлов зон (рис. @fig-19):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1193800"/>
            <a:ext cx="377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19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Скопируем шаблон прямой DNS-зоны и переименуем его (рис. @fig-20):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2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20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Отредактируем файл прямой зоны (рис. @fig-21):</a:t>
            </a:r>
          </a:p>
        </p:txBody>
      </p:sp>
      <p:pic>
        <p:nvPicPr>
          <p:cNvPr descr="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1193800"/>
            <a:ext cx="391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21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Скопируем шаблон обратной DNS-зоны и переименуем его (рис. @fig-22):</a:t>
            </a:r>
          </a:p>
        </p:txBody>
      </p:sp>
      <p:pic>
        <p:nvPicPr>
          <p:cNvPr descr="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1193800"/>
            <a:ext cx="391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Отредактируем файл обратной зоны (рис. @fig-23):</a:t>
            </a:r>
          </a:p>
        </p:txBody>
      </p:sp>
      <p:pic>
        <p:nvPicPr>
          <p:cNvPr descr="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44700" y="1193800"/>
            <a:ext cx="5067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23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Исправим права доступа к файлам и восстановим метки SELinux (рис. @fig-24):</a:t>
            </a:r>
          </a:p>
        </p:txBody>
      </p:sp>
      <p:pic>
        <p:nvPicPr>
          <p:cNvPr descr="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80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№02</dc:title>
  <dc:creator>Талебу Тенке Франк Устон</dc:creator>
  <cp:keywords/>
  <dcterms:created xsi:type="dcterms:W3CDTF">2026-03-18T09:30:08Z</dcterms:created>
  <dcterms:modified xsi:type="dcterms:W3CDTF">2026-03-18T09:30:08Z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