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Загрузим нашу операционную систему и перейдём в рабочий каталог с проектом. Далее запустим виртуальную машину server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нашим пользователем и откроем терминал. Перейдём в режим суперпользователя и установим dhcp-server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01800" y="1193800"/>
            <a:ext cx="574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Скопируем файл примера конфигурации DHCP </a:t>
            </a:r>
            <a:r>
              <a:rPr b="1">
                <a:latin typeface="Courier"/>
              </a:rPr>
              <a:t>dhcpd.conf.example</a:t>
            </a:r>
            <a:r>
              <a:rPr b="1"/>
              <a:t> из каталога </a:t>
            </a:r>
            <a:r>
              <a:rPr b="1">
                <a:latin typeface="Courier"/>
              </a:rPr>
              <a:t>/usr/share/doc/dhcp*</a:t>
            </a:r>
            <a:r>
              <a:rPr b="1"/>
              <a:t> в каталог </a:t>
            </a:r>
            <a:r>
              <a:rPr b="1">
                <a:latin typeface="Courier"/>
              </a:rPr>
              <a:t>/etc/dhcp</a:t>
            </a:r>
            <a:r>
              <a:rPr b="1"/>
              <a:t> и переименуем его в файл с названием </a:t>
            </a:r>
            <a:r>
              <a:rPr b="1">
                <a:latin typeface="Courier"/>
              </a:rPr>
              <a:t>dhcpd.conf</a:t>
            </a:r>
            <a:r>
              <a:rPr b="1"/>
              <a:t>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19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</a:t>
            </a:r>
            <a:r>
              <a:rPr b="1">
                <a:latin typeface="Courier"/>
              </a:rPr>
              <a:t>/etc/dhcp/dhcpd.conf</a:t>
            </a:r>
            <a:r>
              <a:rPr b="1"/>
              <a:t> на редактирование. В этом файле заменим строки </a:t>
            </a:r>
            <a:r>
              <a:rPr b="1">
                <a:latin typeface="Courier"/>
              </a:rPr>
              <a:t>option domain-name</a:t>
            </a:r>
            <a:r>
              <a:rPr b="1"/>
              <a:t> и </a:t>
            </a:r>
            <a:r>
              <a:rPr b="1">
                <a:latin typeface="Courier"/>
              </a:rPr>
              <a:t>option domain-name-servers</a:t>
            </a:r>
            <a:r>
              <a:rPr b="1"/>
              <a:t>, раскомментируем строку </a:t>
            </a:r>
            <a:r>
              <a:rPr b="1">
                <a:latin typeface="Courier"/>
              </a:rPr>
              <a:t>authoritative</a:t>
            </a:r>
            <a:r>
              <a:rPr b="1"/>
              <a:t> и на базе одного из приведённых в файле примеров конфигурирования подсети зададим собственную конфигурацию DHCP-сети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0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</a:t>
            </a:r>
            <a:r>
              <a:rPr b="1">
                <a:latin typeface="Courier"/>
              </a:rPr>
              <a:t>/etc/systemd/system/dhcpd.service</a:t>
            </a:r>
            <a:r>
              <a:rPr b="1"/>
              <a:t> на редактирование и заменим в нём строку, указав интерфейс </a:t>
            </a:r>
            <a:r>
              <a:rPr b="1">
                <a:latin typeface="Courier"/>
              </a:rPr>
              <a:t>eth1</a:t>
            </a:r>
            <a:r>
              <a:rPr b="1"/>
              <a:t>. Затем перезагрузим конфигурацию systemd и разрешим загрузку DHCP-сервера при запуске виртуальной машины server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1193800"/>
            <a:ext cx="391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Добавим запись для DHCP-сервера в конце файла прямой DNS-зоны </a:t>
            </a:r>
            <a:r>
              <a:rPr b="1">
                <a:latin typeface="Courier"/>
              </a:rPr>
              <a:t>/var/named/master/fz/user.net</a:t>
            </a:r>
            <a:r>
              <a:rPr b="1"/>
              <a:t> и в конце файла обратной зоны </a:t>
            </a:r>
            <a:r>
              <a:rPr b="1">
                <a:latin typeface="Courier"/>
              </a:rPr>
              <a:t>/var/named/master/rz/192.168.1</a:t>
            </a:r>
            <a:r>
              <a:rPr b="1"/>
              <a:t>. Перезапустим named и проверим, что можно обратиться к DHCP-серверу по имени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31900" y="1193800"/>
            <a:ext cx="6680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Внесём изменения в настройки межсетевого экрана узла server, разрешив работу с DHCP, и восстановим контекст безопасности в SELinux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10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№8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3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№9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300" y="1193800"/>
            <a:ext cx="612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№10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68400" y="1193800"/>
            <a:ext cx="680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№11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19200"/>
            <a:ext cx="8229600" cy="281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№12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№13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0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№14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7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№15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8100" y="1193800"/>
            <a:ext cx="398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№16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68400" y="1193800"/>
            <a:ext cx="681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№04</dc:title>
  <dc:creator>Талебу Тенке Франк Устон</dc:creator>
  <cp:keywords/>
  <dcterms:created xsi:type="dcterms:W3CDTF">2026-03-18T09:30:45Z</dcterms:created>
  <dcterms:modified xsi:type="dcterms:W3CDTF">2026-03-18T09:30:45Z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