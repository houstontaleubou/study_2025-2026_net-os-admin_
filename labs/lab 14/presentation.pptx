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1"/>
  </p:sldMasterIdLst>
  <p:sldIdLst>
    <p:sldId id="256" r:id="rId2"/>
    <p:sldId id="257" r:id="rId3"/>
    <p:sldId id="296" r:id="rId4"/>
    <p:sldId id="297" r:id="rId5"/>
    <p:sldId id="302" r:id="rId6"/>
    <p:sldId id="303" r:id="rId7"/>
    <p:sldId id="304" r:id="rId8"/>
    <p:sldId id="298" r:id="rId9"/>
    <p:sldId id="299" r:id="rId10"/>
    <p:sldId id="305" r:id="rId11"/>
    <p:sldId id="300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291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3411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103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155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29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68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6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8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61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001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5286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3393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579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13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762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47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67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67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</a:t>
            </a:r>
            <a:r>
              <a:rPr lang="en-US" dirty="0"/>
              <a:t>4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Настройка файловых служб </a:t>
            </a:r>
            <a:r>
              <a:rPr lang="en-US" sz="2800" dirty="0"/>
              <a:t>Samba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7F376003-A5D7-40C8-87E1-622CAE3B0129}"/>
              </a:ext>
            </a:extLst>
          </p:cNvPr>
          <p:cNvSpPr txBox="1">
            <a:spLocks/>
          </p:cNvSpPr>
          <p:nvPr/>
        </p:nvSpPr>
        <p:spPr>
          <a:xfrm>
            <a:off x="611946" y="3798277"/>
            <a:ext cx="10630850" cy="14825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3314700" algn="l"/>
                <a:tab pos="3743325" algn="l"/>
              </a:tabLst>
            </a:pP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Тенке</a:t>
            </a: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3743325" algn="l"/>
              </a:tabLst>
            </a:pPr>
            <a:r>
              <a:rPr lang="ru-RU" sz="2400" b="1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 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14</a:t>
            </a:r>
            <a:r>
              <a:rPr lang="ru-RU" sz="2400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</a:p>
          <a:p>
            <a:pPr>
              <a:tabLst>
                <a:tab pos="3314700" algn="l"/>
                <a:tab pos="5827395" algn="l"/>
              </a:tabLst>
            </a:pPr>
            <a:endParaRPr lang="ru-RU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17365D"/>
              </a:buClr>
              <a:buSzPts val="2000"/>
            </a:pPr>
            <a:endParaRPr lang="ru-RU" sz="2400" b="1" dirty="0"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4DA1-CE08-448A-B260-D2563735B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27368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800" b="0" kern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навыков настройки доступа групп пользователей к общим ресурсам по протоколу </a:t>
            </a:r>
            <a:r>
              <a:rPr lang="en-US" sz="1800" b="0" kern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SMB</a:t>
            </a:r>
            <a:r>
              <a:rPr lang="ru-RU" sz="1800" b="0" kern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fr-FR" sz="1800" b="1" kern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B7EA7479-3C7C-4C02-96D6-F6646FCE8CB2}"/>
              </a:ext>
            </a:extLst>
          </p:cNvPr>
          <p:cNvSpPr txBox="1">
            <a:spLocks/>
          </p:cNvSpPr>
          <p:nvPr/>
        </p:nvSpPr>
        <p:spPr>
          <a:xfrm>
            <a:off x="745588" y="1216855"/>
            <a:ext cx="10534393" cy="105446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9F1493-0E91-FFF5-4F2A-2ECE6E96D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021" y="894996"/>
            <a:ext cx="6677957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66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BD32-AA2D-1D91-C7E8-DB28548E6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DA363C4-6455-4BA2-F37E-4FB6AD62E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50" y="0"/>
            <a:ext cx="82043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370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568F-1A84-E3FD-4FD4-96FFB1366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222F892-4A63-BB6F-FBC1-E65392D3B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66" y="1122948"/>
            <a:ext cx="9987257" cy="397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2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2D1A9-1019-E021-7D3D-DC29EAE4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текст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994AFF5-F305-9E42-D129-ED73754FFA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83" y="882315"/>
            <a:ext cx="1006063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58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8217A-C344-10EF-A99B-62FA4337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9D5D0C-BCBA-67E9-2D96-0CD351E0F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796" y="1507957"/>
            <a:ext cx="9067230" cy="295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95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A3B1A-3F57-DA95-AC72-5C5DA91AA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5D756B-455D-2D70-9D1F-39C7E66BAA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767" y="421104"/>
            <a:ext cx="7218948" cy="601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62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DC049-96F7-7AEF-A324-A72E4B8E3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D6EF4D8-E404-BB2D-57FE-520797898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994" y="861654"/>
            <a:ext cx="7964011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31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4C5EF-ABEB-5B62-375D-DE20F02C3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EC9F1C9-6C87-2329-50B4-90F599E2C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948" y="0"/>
            <a:ext cx="6801600" cy="636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2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78FDD-990D-E9A7-06B9-7EBF441DF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4C7394A-465F-FAD0-812D-21ADC97A9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498" y="333008"/>
            <a:ext cx="7441892" cy="619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050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ходе выполнения лабораторной работы были приобретены навыки настройки доступа групп пользователей к общим ресурсам по протоколу </a:t>
            </a:r>
            <a:r>
              <a:rPr lang="en-US" dirty="0"/>
              <a:t>SMB</a:t>
            </a:r>
            <a:r>
              <a:rPr lang="ru-RU" dirty="0"/>
              <a:t>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839" y="1610744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744</TotalTime>
  <Words>73</Words>
  <Application>Microsoft Office PowerPoint</Application>
  <PresentationFormat>Широкоэкранный</PresentationFormat>
  <Paragraphs>10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Garamond</vt:lpstr>
      <vt:lpstr>Times New Roman</vt:lpstr>
      <vt:lpstr>Organic</vt:lpstr>
      <vt:lpstr>Лабораторная работа №14  Настройка файловых служб Samba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</dc:creator>
  <cp:lastModifiedBy>Талебу Тенке Франк Устон</cp:lastModifiedBy>
  <cp:revision>415</cp:revision>
  <dcterms:created xsi:type="dcterms:W3CDTF">2022-11-11T17:59:21Z</dcterms:created>
  <dcterms:modified xsi:type="dcterms:W3CDTF">2026-03-12T19:42:46Z</dcterms:modified>
</cp:coreProperties>
</file>