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308" r:id="rId4"/>
    <p:sldId id="309" r:id="rId5"/>
    <p:sldId id="311" r:id="rId6"/>
    <p:sldId id="315" r:id="rId7"/>
    <p:sldId id="278" r:id="rId8"/>
    <p:sldId id="317" r:id="rId9"/>
    <p:sldId id="318" r:id="rId10"/>
    <p:sldId id="316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2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51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73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243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81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26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74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69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73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61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357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279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91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9488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3248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97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91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2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№1</a:t>
            </a:r>
            <a:r>
              <a:rPr lang="en-US" dirty="0"/>
              <a:t>3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Настройка </a:t>
            </a:r>
            <a:r>
              <a:rPr lang="en-US" sz="2800" dirty="0"/>
              <a:t>NFS</a:t>
            </a:r>
            <a:br>
              <a:rPr lang="ru-RU" sz="5400" dirty="0"/>
            </a:b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8D29D398-2F66-4C3A-BFB8-4E3A10B6B4C4}"/>
              </a:ext>
            </a:extLst>
          </p:cNvPr>
          <p:cNvSpPr txBox="1">
            <a:spLocks/>
          </p:cNvSpPr>
          <p:nvPr/>
        </p:nvSpPr>
        <p:spPr>
          <a:xfrm>
            <a:off x="628650" y="3850481"/>
            <a:ext cx="10614145" cy="14303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314700" algn="l"/>
                <a:tab pos="3743325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Тенке</a:t>
            </a:r>
          </a:p>
          <a:p>
            <a:pPr>
              <a:tabLst>
                <a:tab pos="3314700" algn="l"/>
                <a:tab pos="3743325" algn="l"/>
              </a:tabLs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 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13</a:t>
            </a:r>
            <a:r>
              <a:rPr lang="ru-RU" sz="2400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7365D"/>
              </a:buClr>
              <a:buSzPts val="2000"/>
            </a:pPr>
            <a:endParaRPr lang="ru-RU" sz="2400" b="1" dirty="0"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6410CA56-958D-4631-9DCA-44EB9628BDF8}"/>
              </a:ext>
            </a:extLst>
          </p:cNvPr>
          <p:cNvSpPr txBox="1">
            <a:spLocks/>
          </p:cNvSpPr>
          <p:nvPr/>
        </p:nvSpPr>
        <p:spPr>
          <a:xfrm>
            <a:off x="809999" y="6185040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Установка на сервере программного обеспечения </a:t>
            </a:r>
            <a:r>
              <a:rPr lang="en-US" dirty="0" err="1"/>
              <a:t>nfs</a:t>
            </a:r>
            <a:r>
              <a:rPr lang="ru-RU" dirty="0"/>
              <a:t>-</a:t>
            </a:r>
            <a:r>
              <a:rPr lang="en-US" dirty="0" err="1"/>
              <a:t>utils</a:t>
            </a:r>
            <a:r>
              <a:rPr lang="ru-RU" dirty="0"/>
              <a:t>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97069-F90E-4A77-A441-CB52F2969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приобретение навыков настройки сервера </a:t>
            </a:r>
            <a:r>
              <a:rPr lang="en-US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NFS</a:t>
            </a:r>
            <a:r>
              <a:rPr lang="ru-RU" sz="1800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 для удалённого доступа к ресурсам.</a:t>
            </a:r>
            <a:endParaRPr lang="fr-FR" sz="1800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4B0128E-0677-4738-9308-AA590AAB18AE}"/>
              </a:ext>
            </a:extLst>
          </p:cNvPr>
          <p:cNvSpPr txBox="1">
            <a:spLocks/>
          </p:cNvSpPr>
          <p:nvPr/>
        </p:nvSpPr>
        <p:spPr>
          <a:xfrm>
            <a:off x="771525" y="1235869"/>
            <a:ext cx="10508456" cy="103545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C3A446-C543-B024-4348-4F8D16FBE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126" y="380574"/>
            <a:ext cx="7687748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1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09BC0-D877-F690-D864-C15B7B2A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CABD584-1497-0A1E-89FF-900A06D05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57" y="1785708"/>
            <a:ext cx="867848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2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9BBB-5E37-7EF8-A354-2F46A6E8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5C3A32ED-5D1E-DACA-82DF-E9DF3DD82339}"/>
              </a:ext>
            </a:extLst>
          </p:cNvPr>
          <p:cNvSpPr txBox="1">
            <a:spLocks/>
          </p:cNvSpPr>
          <p:nvPr/>
        </p:nvSpPr>
        <p:spPr>
          <a:xfrm>
            <a:off x="809999" y="6185040"/>
            <a:ext cx="10571998" cy="56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dirty="0"/>
              <a:t>Рис. 1.1. </a:t>
            </a:r>
            <a:r>
              <a:rPr lang="ru-RU" dirty="0"/>
              <a:t>Установка на сервере программного обеспечения </a:t>
            </a:r>
            <a:r>
              <a:rPr lang="en-US" dirty="0" err="1"/>
              <a:t>nfs</a:t>
            </a:r>
            <a:r>
              <a:rPr lang="ru-RU" dirty="0"/>
              <a:t>-</a:t>
            </a:r>
            <a:r>
              <a:rPr lang="en-US" dirty="0" err="1"/>
              <a:t>utils</a:t>
            </a:r>
            <a:r>
              <a:rPr lang="ru-RU" dirty="0"/>
              <a:t>.</a:t>
            </a:r>
          </a:p>
        </p:txBody>
      </p:sp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177BAA3-C93C-60E0-0F15-CFF064052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047" y="194811"/>
            <a:ext cx="7563906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7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850F-64CA-F01D-FCA3-E58D8559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59BF703-F9B8-898E-D339-08D2CB4E8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942" y="656838"/>
            <a:ext cx="7640116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63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7B5CF5-A645-0C96-61AD-207F4FB47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020" y="218627"/>
            <a:ext cx="8487960" cy="64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5250-C14E-D550-259D-9942FBA1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28E951C-ACB1-4F90-3FDF-E2AC627A6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94" y="0"/>
            <a:ext cx="7868301" cy="658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5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D74E-E045-2582-B2CC-D352A7DE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B29785-5A79-A831-E0A3-C13F1D17B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39" y="194159"/>
            <a:ext cx="7748172" cy="646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81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17FA-02D1-BE7E-F84D-FE907761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5ECA6-E214-E9F1-F585-765F34526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8F0796-956E-47C8-8047-BBA62E3C7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выполнения лабораторной работы были приобретены навыки настройки сервера </a:t>
            </a:r>
            <a:r>
              <a:rPr lang="en-US" dirty="0"/>
              <a:t>NFS</a:t>
            </a:r>
            <a:r>
              <a:rPr lang="ru-RU" dirty="0"/>
              <a:t> для удалённого доступа к ресурсам.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6826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9304" y="2762882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589</TotalTime>
  <Words>93</Words>
  <Application>Microsoft Office PowerPoint</Application>
  <PresentationFormat>Широкоэкранный</PresentationFormat>
  <Paragraphs>12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Garamond</vt:lpstr>
      <vt:lpstr>Times New Roman</vt:lpstr>
      <vt:lpstr>Organic</vt:lpstr>
      <vt:lpstr>Лабораторная работа №13  Настройка NFS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</dc:creator>
  <cp:lastModifiedBy>Талебу Тенке Франк Устон</cp:lastModifiedBy>
  <cp:revision>390</cp:revision>
  <dcterms:created xsi:type="dcterms:W3CDTF">2022-11-11T17:59:21Z</dcterms:created>
  <dcterms:modified xsi:type="dcterms:W3CDTF">2026-03-12T12:59:44Z</dcterms:modified>
</cp:coreProperties>
</file>