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Загрузим нашу операционную систему и перейдём в рабочий каталог с проектом. Далее запустим виртуальную машину server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5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Далее перейдём в режим суперпользователя и установим необходимые для работы с базами данных пакеты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Просмотрим конфигурационные файлы mariadb в каталоге /etc/my.cnf.d и в файле /etc/my.cnf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запуска и включения программного обеспечения mariadb используем соответствующие команды. Убедимся, что mariadb прослушивает порт, и запустим скрипт конфигурации безопасности mariadb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193800"/>
            <a:ext cx="726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входа в базу данных с правами администратора базы данных введём соответствующую команду. После чего просмотрим список команд MySQL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193800"/>
            <a:ext cx="726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Из приглашения интерактивной оболочки MariaDB для отображения доступных в настоящее время баз данных введём MySQL-запрос. Для выхода из интерфейса интерактивной оболочки MariaDB используем соответствующую команду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9900" y="1193800"/>
            <a:ext cx="312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Войдём в базу данных с правами администратора. Для отображения статуса MariaDB введём из приглашения интерактивной оболочки соответствующую команду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0" y="1193800"/>
            <a:ext cx="304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каталоге /etc/my.cnf.d создадим файл utf8.cnf. Откроем его на редактирование и укажем в нём конфигурацию для поддержки UTF-8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5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MariaDB для применения изменений (рис. @fig-9):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2300" y="1193800"/>
            <a:ext cx="789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Войдём повторно в базу данных с правами администратора и посмотрим статус MariaDB для проверки изменений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Войдём в базу данных с правами администратора. Создадим базу данных с именем addressbook. Теперь перейдём к базе данных addressbook. Отобразим имеющиеся в базе данных addressbook таблицы. Создадим таблицу city с полями name и city. Заполним несколько строк таблицы некоторыми данными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6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Сделаем MySQL-запрос для просмотра данных. Теперь создадим пользователя для работы с базой данных addressbook и зададим для него пароль. Предоставим права доступа созданному пользователю на действия с базой данных addressbook. Обновим привилегии базы данных addressbook. Просмотрим общую информацию о таблице city. Выйдем из окружения MariaDB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7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Просмотрим список баз данных. Отдельно просмотрим список таблиц базы данных addressbook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73400" y="1193800"/>
            <a:ext cx="300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создадим каталог для резервных копий. Сделаем резервную копию базы данных addressbook. Сделаем сжатую резервную копию базы данных addressbook. Сделаем сжатую резервную копию базы данных addressbook с указанием даты создания копии. Восстановим базу данных addressbook из резервной копии. Восстановим базу данных addressbook из сжатой резервной копии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перейдём в каталог для внесения изменений в настройки внутреннего окружения, создадим в нём каталог mysql, в который поместим в соответствующие подкаталоги конфигурационные файлы MariaDB и резервную копию базы данных addressbook. В каталоге создадим исполняемый файл mysql.sh. Откроем его на редактирование и пропишем скрипт. Для отработки созданного скрипта во время загрузки виртуальных машин в конфигурационном файле Vagrantfile добавим соответствующую запись (рис. @fig-15):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3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7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№18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3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№06</dc:title>
  <dc:creator>Талебу Тенке Франк Устон</dc:creator>
  <cp:keywords/>
  <dcterms:created xsi:type="dcterms:W3CDTF">2026-03-18T09:31:44Z</dcterms:created>
  <dcterms:modified xsi:type="dcterms:W3CDTF">2026-03-18T09:31:44Z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