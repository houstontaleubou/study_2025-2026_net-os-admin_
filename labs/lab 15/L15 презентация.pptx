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1"/>
  </p:sldMasterIdLst>
  <p:sldIdLst>
    <p:sldId id="256" r:id="rId2"/>
    <p:sldId id="257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78" r:id="rId12"/>
    <p:sldId id="27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660"/>
  </p:normalViewPr>
  <p:slideViewPr>
    <p:cSldViewPr snapToGrid="0">
      <p:cViewPr>
        <p:scale>
          <a:sx n="75" d="100"/>
          <a:sy n="75" d="100"/>
        </p:scale>
        <p:origin x="-51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38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45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7656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831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199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3414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8557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2550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2748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088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2315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210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56900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9876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812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7674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115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5618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82" r:id="rId12"/>
    <p:sldLayoutId id="2147484183" r:id="rId13"/>
    <p:sldLayoutId id="2147484184" r:id="rId14"/>
    <p:sldLayoutId id="2147484185" r:id="rId15"/>
    <p:sldLayoutId id="2147484186" r:id="rId16"/>
    <p:sldLayoutId id="214748418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AAE3F2-69B3-4871-A0FB-36C4435467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5400" dirty="0"/>
              <a:t>Лабораторная работа №1</a:t>
            </a:r>
            <a:r>
              <a:rPr lang="en-US" sz="5400" dirty="0"/>
              <a:t>5</a:t>
            </a:r>
            <a:br>
              <a:rPr lang="ru-RU" sz="5400" dirty="0"/>
            </a:br>
            <a:br>
              <a:rPr lang="ru-RU" sz="5400" dirty="0"/>
            </a:br>
            <a:r>
              <a:rPr lang="ru-RU" sz="2800" dirty="0"/>
              <a:t>Настройка сетевого журналирования</a:t>
            </a:r>
            <a:br>
              <a:rPr lang="ru-RU" sz="5400" dirty="0"/>
            </a:br>
            <a:endParaRPr lang="ru-RU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E2129CC7-3A30-499F-A831-D18549F68870}"/>
              </a:ext>
            </a:extLst>
          </p:cNvPr>
          <p:cNvSpPr txBox="1">
            <a:spLocks/>
          </p:cNvSpPr>
          <p:nvPr/>
        </p:nvSpPr>
        <p:spPr>
          <a:xfrm>
            <a:off x="535132" y="3756314"/>
            <a:ext cx="10707664" cy="152451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3314700" algn="l"/>
                <a:tab pos="3743325" algn="l"/>
              </a:tabLs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Студент: Талебу Тенке</a:t>
            </a:r>
          </a:p>
          <a:p>
            <a:pPr>
              <a:tabLst>
                <a:tab pos="3314700" algn="l"/>
                <a:tab pos="3743325" algn="l"/>
              </a:tabLst>
            </a:pPr>
            <a:r>
              <a:rPr lang="ru-RU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Группа: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НФИбд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02–23</a:t>
            </a:r>
          </a:p>
          <a:p>
            <a:pPr>
              <a:tabLst>
                <a:tab pos="3314700" algn="l"/>
                <a:tab pos="5827395" algn="l"/>
              </a:tabLst>
            </a:pPr>
            <a:endParaRPr lang="ru-RU" sz="2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3314700" algn="l"/>
                <a:tab pos="5827395" algn="l"/>
              </a:tabLst>
            </a:pPr>
            <a:r>
              <a:rPr lang="ru-RU" sz="2400" b="1" i="1" u="sng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дисциплина:</a:t>
            </a:r>
            <a:r>
              <a:rPr lang="ru-RU" sz="2400" b="1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Администрирование сетевых подсистем (Lab </a:t>
            </a:r>
            <a:r>
              <a:rPr lang="en-US" sz="2400" b="1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15</a:t>
            </a:r>
            <a:r>
              <a:rPr lang="ru-RU" sz="2400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)</a:t>
            </a:r>
          </a:p>
          <a:p>
            <a:pPr>
              <a:tabLst>
                <a:tab pos="3314700" algn="l"/>
                <a:tab pos="5827395" algn="l"/>
              </a:tabLst>
            </a:pP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17365D"/>
              </a:buClr>
              <a:buSzPts val="2000"/>
            </a:pPr>
            <a:endParaRPr lang="ru-RU" sz="2400" b="1" dirty="0">
              <a:latin typeface="Times New Roman" panose="02020603050405020304" pitchFamily="18" charset="0"/>
              <a:ea typeface="Trebuchet MS"/>
              <a:cs typeface="Times New Roman" panose="02020603050405020304" pitchFamily="18" charset="0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795884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FBB2BF4-23E7-4708-B767-035BA8B42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6177" y="2556932"/>
            <a:ext cx="9270420" cy="2093000"/>
          </a:xfrm>
        </p:spPr>
        <p:txBody>
          <a:bodyPr/>
          <a:lstStyle/>
          <a:p>
            <a:r>
              <a:rPr lang="ru-RU" sz="1800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Целью данной работы является получение навыков по работе с журналами системных событий.</a:t>
            </a:r>
            <a:endParaRPr lang="fr-FR" sz="1800" b="1" kern="0">
              <a:solidFill>
                <a:srgbClr val="00000A"/>
              </a:solidFill>
              <a:effectLst/>
              <a:latin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08A69B62-5FA2-44E8-8B9E-16EDA01B26B6}"/>
              </a:ext>
            </a:extLst>
          </p:cNvPr>
          <p:cNvSpPr txBox="1">
            <a:spLocks/>
          </p:cNvSpPr>
          <p:nvPr/>
        </p:nvSpPr>
        <p:spPr>
          <a:xfrm>
            <a:off x="737756" y="1168978"/>
            <a:ext cx="10550058" cy="115022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5400" dirty="0"/>
              <a:t>Цель работы</a:t>
            </a:r>
          </a:p>
        </p:txBody>
      </p:sp>
    </p:spTree>
    <p:extLst>
      <p:ext uri="{BB962C8B-B14F-4D97-AF65-F5344CB8AC3E}">
        <p14:creationId xmlns:p14="http://schemas.microsoft.com/office/powerpoint/2010/main" val="26568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Изображение выглядит как текст, снимок экрана, меню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8A3A980-6DBB-AD1A-3D7F-A6C69AF0C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827" y="318474"/>
            <a:ext cx="6541131" cy="622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829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48553-ABC3-5E16-B135-3C9ACAB12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17A9778-F75A-8E10-3141-6C2F73A76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014" y="110596"/>
            <a:ext cx="8143971" cy="663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468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08D8C-5F63-E2BD-195B-ACE4CA437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01571B5-9210-F2C6-9004-23AA41CFB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3784" y="0"/>
            <a:ext cx="5844431" cy="642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0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B4655-E224-6318-BF15-C73495DE3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7E1DCD5-B57E-1E7F-444F-11DE18EB1C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752" y="0"/>
            <a:ext cx="6913472" cy="644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885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A427C-A00F-C511-9AE9-1F5E4BEC9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E6AC26-7940-7261-F6A7-E02CC833C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091" y="112295"/>
            <a:ext cx="6073900" cy="641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25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E17E7-E195-90C4-5F92-ED6ADD343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FD47D92-6C48-E931-747E-28CAE9586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442" y="929227"/>
            <a:ext cx="10036402" cy="499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107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D9721-829D-CFD0-E5A9-E1071F8F3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14C5408-060A-3E6A-CAED-9BF00A5667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506" y="482464"/>
            <a:ext cx="8502315" cy="589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027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C11D0-47AD-9D90-43D0-357282E9D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программное обеспечение, веб-страница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7B8913E-C138-5EDE-48ED-C75AE74B3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38" y="1379621"/>
            <a:ext cx="10135926" cy="348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459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DFA2F-E7A0-40CF-B898-6777106E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D64AC6-A604-401E-8729-373F18B34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ходе выполнения лабораторной работы были получены навыки по работе с журналами системных событий.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127821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7C74B4F-E931-4F60-A5AD-DB108BDAC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2713" y="2916355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351227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620</TotalTime>
  <Words>64</Words>
  <Application>Microsoft Office PowerPoint</Application>
  <PresentationFormat>Широкоэкранный</PresentationFormat>
  <Paragraphs>10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Garamond</vt:lpstr>
      <vt:lpstr>Times New Roman</vt:lpstr>
      <vt:lpstr>Organic</vt:lpstr>
      <vt:lpstr>Лабораторная работа №15  Настройка сетевого журналирования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</dc:title>
  <dc:creator>Ivan</dc:creator>
  <cp:lastModifiedBy>Талебу Тенке Франк Устон</cp:lastModifiedBy>
  <cp:revision>427</cp:revision>
  <dcterms:created xsi:type="dcterms:W3CDTF">2022-11-11T17:59:21Z</dcterms:created>
  <dcterms:modified xsi:type="dcterms:W3CDTF">2026-03-12T20:22:03Z</dcterms:modified>
</cp:coreProperties>
</file>