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№12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посмотрим параметры настройки даты и времени, текущего системного времени и аппаратного времени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102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посмотрим параметры настройки даты и времени, текущего системного времени и аппаратного времени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193800"/>
            <a:ext cx="325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Установим на сервере необходимое программное обеспечение chrony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97200" y="1193800"/>
            <a:ext cx="3149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Проверим источники времени на клиенте до настройки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1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Проверим источники времени на сервере до настройки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08100"/>
            <a:ext cx="8229600" cy="265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откроем на редактирование файл /etc/chrony.conf и добавим строку allow 192.168.0.0/16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65300"/>
            <a:ext cx="8229600" cy="175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перезапустим службу chronyd и настроим межсетевой экран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откроем файл /etc/chrony.conf и добавим строку server server.user.net iburst, удалив все остальные строки с директивой server (рис. @fig-8):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перезапустим службу chronyd (рис. @fig-9):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41500"/>
            <a:ext cx="8229600" cy="158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Проверим источники времени на клиенте после настройки (рис. @fig-10):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08100"/>
            <a:ext cx="8229600" cy="265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Проверим источники времени на сервере после настройки (рис. @fig-11):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71600" y="1193800"/>
            <a:ext cx="638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перейдём в каталог для внесения изменений в настройки внутреннего окружения, создадим каталог ntp и исполняемый файл ntp.sh (рис. @fig-12):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193800"/>
            <a:ext cx="608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Откроем файл ntp.sh на редактирование и пропишем скрипт из лабораторной работы (рис. @fig-13):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22600" y="1193800"/>
            <a:ext cx="3111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client перейдём в каталог для внесения изменений в настройки внутреннего окружения, создадим каталог ntp и исполняемый файл ntp.sh (рис. @fig-14):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82296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Откроем файл ntp.sh на редактирование и пропишем скрипт из лабораторной работы (рис. @fig-15):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68500"/>
            <a:ext cx="8229600" cy="132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№12</dc:title>
  <dc:creator>Талебу Тенке Франк Устон</dc:creator>
  <cp:keywords/>
  <dcterms:created xsi:type="dcterms:W3CDTF">2026-03-18T09:36:20Z</dcterms:created>
  <dcterms:modified xsi:type="dcterms:W3CDTF">2026-03-18T09:36:20Z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