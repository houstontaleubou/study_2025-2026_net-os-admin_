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7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337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4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235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44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84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081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51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53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849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399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803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800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066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652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823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71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46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615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№5</a:t>
            </a:r>
            <a:br>
              <a:rPr lang="ru-RU" sz="5400" dirty="0"/>
            </a:br>
            <a:br>
              <a:rPr lang="ru-RU" sz="5400" dirty="0"/>
            </a:br>
            <a:r>
              <a:rPr lang="ru-RU" sz="2700" dirty="0"/>
              <a:t>Расширенная настройка </a:t>
            </a:r>
            <a:r>
              <a:rPr lang="en-US" sz="2700" dirty="0"/>
              <a:t>HTTP-</a:t>
            </a:r>
            <a:r>
              <a:rPr lang="ru-RU" sz="2700" dirty="0"/>
              <a:t>сервера </a:t>
            </a:r>
            <a:r>
              <a:rPr lang="en-US" sz="2700" dirty="0"/>
              <a:t>Apache </a:t>
            </a:r>
            <a:br>
              <a:rPr lang="ru-RU" sz="5400" dirty="0"/>
            </a:b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37A2E-3D2F-4507-BA4F-737E764D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871" y="3954188"/>
            <a:ext cx="10572000" cy="1421612"/>
          </a:xfrm>
        </p:spPr>
        <p:txBody>
          <a:bodyPr>
            <a:normAutofit fontScale="70000" lnSpcReduction="20000"/>
          </a:bodyPr>
          <a:lstStyle/>
          <a:p>
            <a:pPr algn="ctr">
              <a:tabLst>
                <a:tab pos="3314700" algn="l"/>
                <a:tab pos="3743325" algn="l"/>
              </a:tabLst>
            </a:pP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Талебу Тенке</a:t>
            </a:r>
            <a:r>
              <a:rPr lang="ru-RU" sz="24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>
              <a:tabLst>
                <a:tab pos="3314700" algn="l"/>
                <a:tab pos="3743325" algn="l"/>
              </a:tabLst>
            </a:pP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 algn="ctr">
              <a:tabLst>
                <a:tab pos="3314700" algn="l"/>
                <a:tab pos="5827395" algn="l"/>
              </a:tabLst>
            </a:pPr>
            <a:endParaRPr lang="ru-RU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2400" b="1" i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400" b="1" i="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</a:t>
            </a:r>
            <a:endParaRPr lang="ru-RU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17365D"/>
              </a:buClr>
              <a:buSzPts val="2000"/>
            </a:pPr>
            <a:endParaRPr lang="ru-RU"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616D9-A4D2-4B03-88BB-1678D400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1192361"/>
            <a:ext cx="10571998" cy="970450"/>
          </a:xfrm>
        </p:spPr>
        <p:txBody>
          <a:bodyPr>
            <a:normAutofit/>
          </a:bodyPr>
          <a:lstStyle/>
          <a:p>
            <a:r>
              <a:rPr lang="ru-RU" dirty="0"/>
              <a:t>Цель работы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2528A-8264-466C-8EE0-A24A8628A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b="0" i="0" u="none" strike="noStrike" baseline="0" dirty="0">
                <a:latin typeface="IBMPlexSerif-Regular"/>
              </a:rPr>
              <a:t>Приобретение практических навыков по расширенному конфигурированию HTTP-сервера Apache в части безопасности и возможности использования PHP.</a:t>
            </a:r>
            <a:endParaRPr lang="fr-FR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34AE4-A3EB-45CD-AB17-ACEE46F6A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912" y="4313768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 descr="Изображение выглядит как текст, снимок экрана, дисплей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036700-4AE8-A854-BBB3-187387C529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8" r="1" b="20153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24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410CA56-958D-4631-9DCA-44EB9628BDF8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4156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52AE-23E5-CE2E-83CE-83173691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5B9FE21C-833E-347F-3777-49682802F8C0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Шрифт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1D399A-C496-0B5B-6113-EDB8E08D2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910" y="549977"/>
            <a:ext cx="8497613" cy="591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73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8B229-8A84-6452-963A-1E5D7A90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222C1DE-415A-0935-632C-576437FE387B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диспле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D1156F-290D-35EE-AE94-63980BFFA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070" y="549977"/>
            <a:ext cx="8207876" cy="572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494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25653-7112-DE1E-381C-FD2AEA76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07C610F5-2886-890B-595A-AF840B0EBC49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  <p:pic>
        <p:nvPicPr>
          <p:cNvPr id="3" name="Рисунок 2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62BF6B-2C09-02EE-CE88-35C67E36D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418" y="549977"/>
            <a:ext cx="9331164" cy="57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98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E6A25-0A37-BF13-C50D-C9AEF117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2E92CBB9-2C90-E6A9-4C4E-84E39696391D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черно-белый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0FEFA2-CE6D-34FC-4E8A-226797679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317" y="512465"/>
            <a:ext cx="8071945" cy="579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88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6CD86-A565-E0F6-367E-BC1504BC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0C9A19-58DB-20D4-9E02-371D8230C4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8" r="1" b="22824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78355C63-A96A-BB40-3C27-D0A43799F954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491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AD7B7-3E60-1ADE-FBA6-64F6B30D9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черно-белый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6269075-E572-DDA5-2E48-96968F3BB8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31" r="1" b="5537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94107943-5928-3B52-E2CF-C11ADF55204E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471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319E6-AD14-35D7-C199-D487F26F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1D43A7-89DF-E922-6AE1-751BEBF3F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23" r="1" b="26381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1526D70E-D0FB-B793-574D-536AE1F61743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940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9EB2-EA44-541C-F7F9-3C648974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9A725D3-9B7A-3227-C9CA-D1AB95F03125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86A552-904D-0AD0-6359-4789372F1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30" y="0"/>
            <a:ext cx="8744219" cy="680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74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92DD6-CB41-771F-75FD-8265DC39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221D7611-BB07-0592-B755-185852B03305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97637D-4E4F-98BE-940B-56C9A9946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78" y="1571373"/>
            <a:ext cx="10468041" cy="417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03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0C77-2613-822D-4DB0-497FEDC4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3CDA1EA-1F95-86B2-9A12-3707FF5D7630}"/>
              </a:ext>
            </a:extLst>
          </p:cNvPr>
          <p:cNvSpPr txBox="1">
            <a:spLocks/>
          </p:cNvSpPr>
          <p:nvPr/>
        </p:nvSpPr>
        <p:spPr>
          <a:xfrm>
            <a:off x="810000" y="574241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73AF69-677F-1890-84D6-AD2F2A96D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020" y="123363"/>
            <a:ext cx="8487960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5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В ходе выполнения лабораторной работы были приобретены практические навыки по расширенному конфигурированию </a:t>
            </a:r>
            <a:r>
              <a:rPr lang="en-US" dirty="0"/>
              <a:t>HTTP</a:t>
            </a:r>
            <a:r>
              <a:rPr lang="ru-RU" dirty="0"/>
              <a:t>-сервера </a:t>
            </a:r>
            <a:r>
              <a:rPr lang="en-US" dirty="0"/>
              <a:t>Apache</a:t>
            </a:r>
            <a:r>
              <a:rPr lang="ru-RU" dirty="0"/>
              <a:t> в части безопасности и возможности использования </a:t>
            </a:r>
            <a:r>
              <a:rPr lang="en-US" dirty="0"/>
              <a:t>PHP</a:t>
            </a:r>
            <a:r>
              <a:rPr lang="ru-RU" dirty="0"/>
              <a:t>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955" y="2980488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i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358</TotalTime>
  <Words>71</Words>
  <Application>Microsoft Office PowerPoint</Application>
  <PresentationFormat>Широкоэкранный</PresentationFormat>
  <Paragraphs>10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Garamond</vt:lpstr>
      <vt:lpstr>IBMPlexSerif-Regular</vt:lpstr>
      <vt:lpstr>Times New Roman</vt:lpstr>
      <vt:lpstr>Organic</vt:lpstr>
      <vt:lpstr>Лабораторная работа №5  Расширенная настройка HTTP-сервера Apache  </vt:lpstr>
      <vt:lpstr>Цель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 Bansimba</dc:creator>
  <cp:lastModifiedBy>Талебу Тенке Франк Устон</cp:lastModifiedBy>
  <cp:revision>191</cp:revision>
  <dcterms:created xsi:type="dcterms:W3CDTF">2022-11-11T17:59:21Z</dcterms:created>
  <dcterms:modified xsi:type="dcterms:W3CDTF">2026-03-05T20:48:58Z</dcterms:modified>
</cp:coreProperties>
</file>