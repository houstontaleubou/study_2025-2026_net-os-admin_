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9" Type="http://schemas.openxmlformats.org/officeDocument/2006/relationships/viewProps" Target="viewProps.xml" /><Relationship Id="rId1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1" Type="http://schemas.openxmlformats.org/officeDocument/2006/relationships/tableStyles" Target="tableStyles.xml" /><Relationship Id="rId2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№07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Талебу Тенке Франк Устон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Лабораторная работа №07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Лабораторная работа №07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Приобретение практических навыков администрирования сетевых подсистем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На основе существующего файла описания службы ssh создадим файл с собственным описанием. Перейдём в каталог служб и посмотрим содержимое созданного файла (рис. @fig-1):</a:t>
            </a:r>
          </a:p>
        </p:txBody>
      </p:sp>
      <p:pic>
        <p:nvPicPr>
          <p:cNvPr descr="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27300" y="1193800"/>
            <a:ext cx="4076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Откроем файл описания службы на редактирование и заменим порт 22 на новый порт (2022). В этом же файле скорректируем описание службы для демонстрации, что это модифицированный файл службы (рис. @fig-2):</a:t>
            </a:r>
          </a:p>
        </p:txBody>
      </p:sp>
      <p:pic>
        <p:nvPicPr>
          <p:cNvPr descr="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27200" y="1193800"/>
            <a:ext cx="5702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2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Просмотрим список доступных FirewallD служб, чтобы убедиться, что наша новая служба ещё не отображается (рис. @fig-3):</a:t>
            </a:r>
          </a:p>
        </p:txBody>
      </p:sp>
      <p:pic>
        <p:nvPicPr>
          <p:cNvPr descr="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11400" y="1193800"/>
            <a:ext cx="4521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3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Перегрузим правила межсетевого экрана с сохранением информации о состоянии и вновь выведем на экран список служб, а также список активных служб. Убедимся, что созданная нами служба отображается в списке доступных для FirewallD служб, но не активирована (рис. @fig-4):</a:t>
            </a:r>
          </a:p>
        </p:txBody>
      </p:sp>
      <p:pic>
        <p:nvPicPr>
          <p:cNvPr descr="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49500" y="1193800"/>
            <a:ext cx="4445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4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Добавим новую службу в FirewallD и выведем на экран список активных служб, чтобы убедиться в её активации (рис. @fig-5):</a:t>
            </a:r>
          </a:p>
        </p:txBody>
      </p:sp>
      <p:pic>
        <p:nvPicPr>
          <p:cNvPr descr="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49500" y="1193800"/>
            <a:ext cx="4445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5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Организуем на сервере переадресацию с порта 2022 на порт 22 (рис. @fig-6):</a:t>
            </a:r>
          </a:p>
        </p:txBody>
      </p:sp>
      <p:pic>
        <p:nvPicPr>
          <p:cNvPr descr="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638300"/>
            <a:ext cx="8229600" cy="200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6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На клиенте попробуем получить доступ по SSH к серверу через порт 2022 (рис. @fig-7):</a:t>
            </a:r>
          </a:p>
        </p:txBody>
      </p:sp>
      <p:pic>
        <p:nvPicPr>
          <p:cNvPr descr="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68600" y="1193800"/>
            <a:ext cx="3619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7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На сервере посмотрим, активирована ли в ядре системы возможность перенаправления IPv4-пакетов (рис. @fig-8):</a:t>
            </a:r>
          </a:p>
        </p:txBody>
      </p:sp>
      <p:pic>
        <p:nvPicPr>
          <p:cNvPr descr="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74900" y="1193800"/>
            <a:ext cx="4381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8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Включим перенаправление IPv4-пакетов на сервере и затем включим маскарадинг (рис. @fig-9):</a:t>
            </a:r>
          </a:p>
        </p:txBody>
      </p:sp>
      <p:pic>
        <p:nvPicPr>
          <p:cNvPr descr="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47700" y="1193800"/>
            <a:ext cx="7835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9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На клиенте проверим доступность выхода в Интернет после настройки маскарадинга (рис. @fig-10):</a:t>
            </a:r>
          </a:p>
        </p:txBody>
      </p:sp>
      <p:pic>
        <p:nvPicPr>
          <p:cNvPr descr="1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57500" y="1193800"/>
            <a:ext cx="3429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10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На виртуальной машине server перейдём в каталог для внесения изменений в настройки внутреннего окружения, создадим в нём каталог firewall, в который поместим в соответствующие подкаталоги конфигурационные файлы FirewallD. В каталоге создадим файл firewall.sh (рис. @fig-11):</a:t>
            </a:r>
          </a:p>
        </p:txBody>
      </p:sp>
      <p:pic>
        <p:nvPicPr>
          <p:cNvPr descr="1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44800" y="1193800"/>
            <a:ext cx="3454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11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Выводы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ходе выполнения лабораторной работы были приобретены практические навыки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Спасибо за внимание!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Вопросы?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№07</dc:title>
  <dc:creator>Талебу Тенке Франк Устон</dc:creator>
  <cp:keywords/>
  <dcterms:created xsi:type="dcterms:W3CDTF">2026-03-18T09:32:21Z</dcterms:created>
  <dcterms:modified xsi:type="dcterms:W3CDTF">2026-03-18T09:32:21Z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spectratio">
    <vt:lpwstr>169</vt:lpwstr>
  </property>
  <property fmtid="{D5CDD505-2E9C-101B-9397-08002B2CF9AE}" pid="3" name="classoption">
    <vt:lpwstr>aspectratio=169</vt:lpwstr>
  </property>
  <property fmtid="{D5CDD505-2E9C-101B-9397-08002B2CF9AE}" pid="4" name="date">
    <vt:lpwstr>2025</vt:lpwstr>
  </property>
  <property fmtid="{D5CDD505-2E9C-101B-9397-08002B2CF9AE}" pid="5" name="institute">
    <vt:lpwstr>Российский университет дружбы народов</vt:lpwstr>
  </property>
</Properties>
</file>