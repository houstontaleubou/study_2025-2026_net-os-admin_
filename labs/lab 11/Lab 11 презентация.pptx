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1"/>
  </p:sldMasterIdLst>
  <p:sldIdLst>
    <p:sldId id="256" r:id="rId2"/>
    <p:sldId id="303" r:id="rId3"/>
    <p:sldId id="260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278" r:id="rId13"/>
    <p:sldId id="27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992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463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010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6781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402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1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991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148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755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422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777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079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818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80070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855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227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432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92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AE3F2-69B3-4871-A0FB-36C443546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4000" dirty="0"/>
              <a:t>Лабораторная работа</a:t>
            </a:r>
            <a:br>
              <a:rPr lang="en-US" sz="4000" dirty="0"/>
            </a:br>
            <a:r>
              <a:rPr lang="ru-RU" sz="4000" dirty="0"/>
              <a:t>№11</a:t>
            </a:r>
            <a:br>
              <a:rPr lang="ru-RU" sz="5400" dirty="0"/>
            </a:br>
            <a:br>
              <a:rPr lang="ru-RU" sz="5400" dirty="0"/>
            </a:br>
            <a:r>
              <a:rPr lang="ru-RU" sz="2800" dirty="0"/>
              <a:t>Настройка безопасного удалённого доступа по протоколу SSH</a:t>
            </a:r>
            <a:br>
              <a:rPr lang="ru-RU" sz="5400" dirty="0"/>
            </a:br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9E480A6-4DE0-4BEB-A9B4-6FF192AC1C58}"/>
              </a:ext>
            </a:extLst>
          </p:cNvPr>
          <p:cNvSpPr txBox="1">
            <a:spLocks/>
          </p:cNvSpPr>
          <p:nvPr/>
        </p:nvSpPr>
        <p:spPr>
          <a:xfrm>
            <a:off x="670795" y="3859221"/>
            <a:ext cx="10572000" cy="142161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3314700" algn="l"/>
                <a:tab pos="3743325" algn="l"/>
              </a:tabLs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Студент: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ТалебуТенке</a:t>
            </a:r>
            <a:endParaRPr lang="ru-RU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3314700" algn="l"/>
                <a:tab pos="3743325" algn="l"/>
              </a:tabLst>
            </a:pP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НФИбд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02–23</a:t>
            </a:r>
          </a:p>
          <a:p>
            <a:pPr>
              <a:tabLst>
                <a:tab pos="3314700" algn="l"/>
                <a:tab pos="5827395" algn="l"/>
              </a:tabLst>
            </a:pPr>
            <a:endParaRPr lang="ru-RU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3314700" algn="l"/>
                <a:tab pos="5827395" algn="l"/>
              </a:tabLst>
            </a:pPr>
            <a:r>
              <a:rPr lang="ru-RU" sz="2400" b="1" i="1" u="sng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дисциплина:</a:t>
            </a:r>
            <a:r>
              <a:rPr lang="ru-RU" sz="2400" b="1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Администрирование сетевых подсистем (Lab </a:t>
            </a:r>
            <a:r>
              <a:rPr lang="en-US" sz="2400" b="1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11</a:t>
            </a:r>
            <a:r>
              <a:rPr lang="ru-RU" sz="2400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</a:t>
            </a:r>
          </a:p>
          <a:p>
            <a:pPr>
              <a:tabLst>
                <a:tab pos="3314700" algn="l"/>
                <a:tab pos="5827395" algn="l"/>
              </a:tabLst>
            </a:pP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17365D"/>
              </a:buClr>
              <a:buSzPts val="2000"/>
            </a:pPr>
            <a:endParaRPr lang="ru-RU" sz="2400" b="1" dirty="0"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9588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4BCD68DA-6D7D-4206-BEED-C9129DD971B7}"/>
              </a:ext>
            </a:extLst>
          </p:cNvPr>
          <p:cNvSpPr txBox="1">
            <a:spLocks/>
          </p:cNvSpPr>
          <p:nvPr/>
        </p:nvSpPr>
        <p:spPr>
          <a:xfrm>
            <a:off x="768927" y="1330036"/>
            <a:ext cx="10537570" cy="94128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5400" dirty="0"/>
              <a:t>Цель работы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672B10B-0B5A-4DA4-A42D-7172D2764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0214" y="3067294"/>
            <a:ext cx="9620690" cy="2312780"/>
          </a:xfrm>
        </p:spPr>
        <p:txBody>
          <a:bodyPr/>
          <a:lstStyle/>
          <a:p>
            <a:pPr marL="0" indent="0" algn="ctr">
              <a:buNone/>
            </a:pPr>
            <a:r>
              <a:rPr lang="ru-RU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Целью данной работы является приобретение практических навыков по настройке удалённого доступа к серверу с помощью </a:t>
            </a:r>
            <a:r>
              <a:rPr lang="en-US" b="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SSH.</a:t>
            </a:r>
            <a:endParaRPr lang="fr-FR" b="1" kern="0" dirty="0">
              <a:solidFill>
                <a:srgbClr val="00000A"/>
              </a:solidFill>
              <a:effectLst/>
              <a:latin typeface="Arial" panose="020B0604020202020204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9570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9B09C75-ADE7-8F3A-B82F-6678985C7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206" y="2114366"/>
            <a:ext cx="6363588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56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060E9-2109-38D7-18B0-25607ED96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77A3547-EBFE-38FE-24EA-4064807A2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601" y="1080760"/>
            <a:ext cx="6258798" cy="46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840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F9371-EFEE-7D16-BC12-0B65A645C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7D70AD3-E95F-E406-E752-253C8BB57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056" y="0"/>
            <a:ext cx="8013850" cy="668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19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0471C-FD68-3FE1-848B-F069B8314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D49E361-02AC-2DD4-2AFA-DABCE0E6E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55" y="2225842"/>
            <a:ext cx="10936289" cy="240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458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6194FA-ED23-DAA6-FD2F-417AC40F9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066F8AE-A5C7-4B3E-B1DA-D0B624059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8E901E-6697-44E3-9533-1457FA4F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515452A-514A-4763-9932-37302A8D6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EC146D-CF08-4B34-ADEB-2F0296F9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1FBA240-87AB-400A-9292-7DC6F3E55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44958B8-57B6-4B37-8A18-D54A32EC2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Рисунок 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D39DB1-AE75-AB4C-9646-8EBA8E0EB2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3388"/>
          <a:stretch>
            <a:fillRect/>
          </a:stretch>
        </p:blipFill>
        <p:spPr>
          <a:xfrm>
            <a:off x="486138" y="488137"/>
            <a:ext cx="11227442" cy="588329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E4A740-3A69-42A5-8AC0-3905D518F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83C010-53D7-404B-9300-DB1BAE1EA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8956"/>
            <a:ext cx="12234672" cy="658368"/>
            <a:chOff x="-18288" y="3128956"/>
            <a:chExt cx="12234672" cy="658368"/>
          </a:xfrm>
        </p:grpSpPr>
        <p:sp useBgFill="1">
          <p:nvSpPr>
            <p:cNvPr id="19" name="Rounded Rectangle 21">
              <a:extLst>
                <a:ext uri="{FF2B5EF4-FFF2-40B4-BE49-F238E27FC236}">
                  <a16:creationId xmlns:a16="http://schemas.microsoft.com/office/drawing/2014/main" id="{DFC03671-D6D3-4BA9-AD3E-6ADE11D07C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FD51935-8C23-4BCB-987B-F5AC9E3D94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72D5A197-23EF-4751-9E72-FEB79910E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DD7E4D1-EC3E-4109-9647-9E6652A92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7848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846E7-D1CF-4632-D357-B6C4A9288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02A9B5-E3DC-A491-6B43-53DEF42D5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317" y="625997"/>
            <a:ext cx="7142978" cy="560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36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29179-8AB6-F05E-FC85-69737EA85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23FEA07-E336-0A48-9B19-52670A2B3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600" y="538791"/>
            <a:ext cx="7486556" cy="5781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389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60FBA-850D-0868-4000-5B4D04368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941EC2-75D8-18C1-103F-95F9DF62E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62" y="1624263"/>
            <a:ext cx="11094818" cy="334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236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B3C67-A592-180B-DB1A-52ACE1ABE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5A76BFF-5608-77AD-DE8B-87A4EF606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601" y="0"/>
            <a:ext cx="81987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21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DFA2F-E7A0-40CF-B898-6777106E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D64AC6-A604-401E-8729-373F18B3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В ходе выполнения лабораторной работы были приобретены практические навыки по настройке удалённого доступа к серверу с помощью </a:t>
            </a:r>
            <a:r>
              <a:rPr lang="en-US" dirty="0"/>
              <a:t>SSH</a:t>
            </a:r>
            <a:r>
              <a:rPr lang="ru-RU" dirty="0"/>
              <a:t>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27821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7C74B4F-E931-4F60-A5AD-DB108BDA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457" y="2849906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51227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563</TotalTime>
  <Words>75</Words>
  <Application>Microsoft Office PowerPoint</Application>
  <PresentationFormat>Широкоэкранный</PresentationFormat>
  <Paragraphs>10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Garamond</vt:lpstr>
      <vt:lpstr>Times New Roman</vt:lpstr>
      <vt:lpstr>Organic</vt:lpstr>
      <vt:lpstr>Лабораторная работа №11  Настройка безопасного удалённого доступа по протоколу SSH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Ivan</dc:creator>
  <cp:lastModifiedBy>Талебу Тенке Франк Устон</cp:lastModifiedBy>
  <cp:revision>318</cp:revision>
  <dcterms:created xsi:type="dcterms:W3CDTF">2022-11-11T17:59:21Z</dcterms:created>
  <dcterms:modified xsi:type="dcterms:W3CDTF">2026-03-11T18:40:08Z</dcterms:modified>
</cp:coreProperties>
</file>