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82" r:id="rId1"/>
  </p:sldMasterIdLst>
  <p:sldIdLst>
    <p:sldId id="256" r:id="rId2"/>
    <p:sldId id="257" r:id="rId3"/>
    <p:sldId id="295" r:id="rId4"/>
    <p:sldId id="296" r:id="rId5"/>
    <p:sldId id="297" r:id="rId6"/>
    <p:sldId id="301" r:id="rId7"/>
    <p:sldId id="299" r:id="rId8"/>
    <p:sldId id="300" r:id="rId9"/>
    <p:sldId id="303" r:id="rId10"/>
    <p:sldId id="278" r:id="rId11"/>
    <p:sldId id="27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8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261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0474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976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815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7538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709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9136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58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1459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3839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1979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101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339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244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126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9650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614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CC878A7-58A7-444C-A4BB-A4A99FC67A32}" type="datetimeFigureOut">
              <a:rPr lang="ru-RU" smtClean="0"/>
              <a:t>11.03.2026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E018565-FECB-4926-8C86-4ADEDA2D27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715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84" r:id="rId2"/>
    <p:sldLayoutId id="2147484185" r:id="rId3"/>
    <p:sldLayoutId id="2147484186" r:id="rId4"/>
    <p:sldLayoutId id="2147484187" r:id="rId5"/>
    <p:sldLayoutId id="2147484188" r:id="rId6"/>
    <p:sldLayoutId id="2147484189" r:id="rId7"/>
    <p:sldLayoutId id="2147484190" r:id="rId8"/>
    <p:sldLayoutId id="2147484191" r:id="rId9"/>
    <p:sldLayoutId id="2147484192" r:id="rId10"/>
    <p:sldLayoutId id="2147484193" r:id="rId11"/>
    <p:sldLayoutId id="2147484194" r:id="rId12"/>
    <p:sldLayoutId id="2147484195" r:id="rId13"/>
    <p:sldLayoutId id="2147484196" r:id="rId14"/>
    <p:sldLayoutId id="2147484197" r:id="rId15"/>
    <p:sldLayoutId id="2147484198" r:id="rId16"/>
    <p:sldLayoutId id="214748419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AAE3F2-69B3-4871-A0FB-36C4435467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sz="5400" dirty="0"/>
              <a:t>Лабораторная работа №10</a:t>
            </a:r>
            <a:br>
              <a:rPr lang="ru-RU" sz="5400" dirty="0"/>
            </a:br>
            <a:br>
              <a:rPr lang="ru-RU" sz="5400" dirty="0"/>
            </a:br>
            <a:r>
              <a:rPr lang="ru-RU" sz="2800" dirty="0"/>
              <a:t>Расширенные настройки </a:t>
            </a:r>
            <a:r>
              <a:rPr lang="en-US" sz="2800" dirty="0"/>
              <a:t>SMTP-</a:t>
            </a:r>
            <a:r>
              <a:rPr lang="ru-RU" sz="2800" dirty="0"/>
              <a:t>сервера</a:t>
            </a:r>
            <a:br>
              <a:rPr lang="ru-RU" sz="5400" dirty="0"/>
            </a:br>
            <a:endParaRPr lang="ru-RU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0BB2E72D-5B71-44DD-836E-16CEE01C1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795" y="3859221"/>
            <a:ext cx="10572000" cy="1421612"/>
          </a:xfrm>
        </p:spPr>
        <p:txBody>
          <a:bodyPr>
            <a:normAutofit fontScale="70000" lnSpcReduction="20000"/>
          </a:bodyPr>
          <a:lstStyle/>
          <a:p>
            <a:pPr algn="ctr">
              <a:tabLst>
                <a:tab pos="3314700" algn="l"/>
                <a:tab pos="3743325" algn="l"/>
              </a:tabLst>
            </a:pPr>
            <a:r>
              <a:rPr lang="ru-RU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Студент: Талебу Франк</a:t>
            </a:r>
          </a:p>
          <a:p>
            <a:pPr algn="ctr">
              <a:tabLst>
                <a:tab pos="3314700" algn="l"/>
                <a:tab pos="3743325" algn="l"/>
              </a:tabLst>
            </a:pPr>
            <a:r>
              <a:rPr lang="ru-RU" sz="24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Группа: </a:t>
            </a:r>
            <a:r>
              <a:rPr lang="ru-RU" sz="24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НФИбд</a:t>
            </a:r>
            <a:r>
              <a:rPr lang="ru-RU" sz="24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02–23</a:t>
            </a:r>
          </a:p>
          <a:p>
            <a:pPr algn="ctr">
              <a:tabLst>
                <a:tab pos="3314700" algn="l"/>
                <a:tab pos="5827395" algn="l"/>
              </a:tabLst>
            </a:pPr>
            <a:endParaRPr lang="ru-RU" sz="24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5827395" algn="l"/>
              </a:tabLst>
            </a:pPr>
            <a:r>
              <a:rPr lang="ru-RU" sz="2400" b="1" i="1" u="sng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дисциплина:</a:t>
            </a:r>
            <a:r>
              <a:rPr lang="ru-RU" sz="2400" b="1" i="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Администрирование сетевых подсистем</a:t>
            </a:r>
            <a:r>
              <a:rPr lang="ru-RU" sz="24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ru-RU" sz="24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(Lab </a:t>
            </a:r>
            <a:r>
              <a:rPr lang="en-US" sz="2400" b="1" kern="100" dirty="0"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10</a:t>
            </a:r>
            <a:r>
              <a:rPr lang="ru-RU" sz="2400" kern="100" dirty="0">
                <a:solidFill>
                  <a:schemeClr val="tx1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)</a:t>
            </a:r>
            <a:endParaRPr lang="ru-RU" sz="2400" kern="1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algn="ctr">
              <a:tabLst>
                <a:tab pos="3314700" algn="l"/>
                <a:tab pos="5827395" algn="l"/>
              </a:tabLst>
            </a:pPr>
            <a:endParaRPr lang="ru-RU" sz="2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Clr>
                <a:srgbClr val="17365D"/>
              </a:buClr>
              <a:buSzPts val="2000"/>
            </a:pPr>
            <a:endParaRPr lang="ru-RU" sz="2400" b="1" i="0" u="none" strike="noStrike" cap="none" dirty="0">
              <a:solidFill>
                <a:schemeClr val="tx1"/>
              </a:solidFill>
              <a:latin typeface="Times New Roman" panose="02020603050405020304" pitchFamily="18" charset="0"/>
              <a:ea typeface="Trebuchet MS"/>
              <a:cs typeface="Times New Roman" panose="02020603050405020304" pitchFamily="18" charset="0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79588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D9D23E-0F76-4A01-8965-D152FC374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8755" y="2552678"/>
            <a:ext cx="9601196" cy="33189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80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Целью данной работы является приобретение практических навыков по конфигурированию </a:t>
            </a:r>
            <a:r>
              <a:rPr lang="en-US" sz="280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SMTP</a:t>
            </a:r>
            <a:r>
              <a:rPr lang="ru-RU" sz="2800" kern="0" dirty="0">
                <a:solidFill>
                  <a:srgbClr val="00000A"/>
                </a:solidFill>
                <a:effectLst/>
                <a:latin typeface="Times New Roman" panose="02020603050405020304" pitchFamily="18" charset="0"/>
              </a:rPr>
              <a:t>-сервера в части настройки аутентификации.</a:t>
            </a:r>
            <a:endParaRPr lang="fr-FR" sz="2800" kern="0" dirty="0">
              <a:solidFill>
                <a:srgbClr val="00000A"/>
              </a:solidFill>
              <a:effectLst/>
              <a:latin typeface="Arial" panose="020B0604020202020204" pitchFamily="34" charset="0"/>
            </a:endParaRPr>
          </a:p>
          <a:p>
            <a:endParaRPr lang="fr-FR" sz="3600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93B29576-511A-4D41-A244-E5F5D15CBED3}"/>
              </a:ext>
            </a:extLst>
          </p:cNvPr>
          <p:cNvSpPr txBox="1">
            <a:spLocks/>
          </p:cNvSpPr>
          <p:nvPr/>
        </p:nvSpPr>
        <p:spPr>
          <a:xfrm>
            <a:off x="768927" y="1330036"/>
            <a:ext cx="10537570" cy="941284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ru-RU" sz="5400" dirty="0"/>
              <a:t>Цель работы</a:t>
            </a:r>
          </a:p>
        </p:txBody>
      </p:sp>
    </p:spTree>
    <p:extLst>
      <p:ext uri="{BB962C8B-B14F-4D97-AF65-F5344CB8AC3E}">
        <p14:creationId xmlns:p14="http://schemas.microsoft.com/office/powerpoint/2010/main" val="26568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754CFF2-B702-0DA0-8CBA-B3A6A1194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757" y="170995"/>
            <a:ext cx="8678486" cy="65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56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51D7F-D299-EF26-EBA1-9D5C2AABE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413A462-6E5C-82CC-B9D3-028D6560C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916" y="394864"/>
            <a:ext cx="7116168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654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786CF-7DD7-8544-512C-DD191F49E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862B9D-C66B-3053-16B4-F6B6089BD9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758" y="351995"/>
            <a:ext cx="6868484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522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26AFB-3D39-786F-0CBB-FF1BDFE11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дисплей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00B71B0-C2EF-C17B-6EC9-02E36D571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247" y="0"/>
            <a:ext cx="81935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055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8AF3C-E9BD-7FF0-B22C-081200851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E451B89-3A27-FD8F-E9A3-2B622CC2F6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486" y="0"/>
            <a:ext cx="81970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012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35EA6-B5A5-7CAE-8C40-E4A3C19D5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D256ECA-D7B3-9AF4-EC2C-236282BF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6673" y="221411"/>
            <a:ext cx="7462338" cy="625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086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1FCC2-00E0-C04B-6DF3-0A55D525D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Изображение выглядит как текст, электроника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8695E0C-75C9-AE72-3CEB-F5C702416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901" y="240631"/>
            <a:ext cx="8180203" cy="685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91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1DFA2F-E7A0-40CF-B898-6777106E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D64AC6-A604-401E-8729-373F18B34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В ходе выполнения лабораторной работы были приобретены практические навыки по конфигурированию </a:t>
            </a:r>
            <a:r>
              <a:rPr lang="en-US" dirty="0"/>
              <a:t>SMTP</a:t>
            </a:r>
            <a:r>
              <a:rPr lang="ru-RU" dirty="0"/>
              <a:t>-сервера в части настройки аутентификации.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4127821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7C74B4F-E931-4F60-A5AD-DB108BDAC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7604" y="3016674"/>
            <a:ext cx="10554574" cy="36365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4800" i="1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351227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600</TotalTime>
  <Words>70</Words>
  <Application>Microsoft Office PowerPoint</Application>
  <PresentationFormat>Широкоэкранный</PresentationFormat>
  <Paragraphs>10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Garamond</vt:lpstr>
      <vt:lpstr>Times New Roman</vt:lpstr>
      <vt:lpstr>Organic</vt:lpstr>
      <vt:lpstr>Лабораторная работа №10  Расширенные настройки SMTP-сервера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Claudely</dc:creator>
  <cp:lastModifiedBy>Талебу Тенке Франк Устон</cp:lastModifiedBy>
  <cp:revision>265</cp:revision>
  <dcterms:created xsi:type="dcterms:W3CDTF">2022-11-11T17:59:21Z</dcterms:created>
  <dcterms:modified xsi:type="dcterms:W3CDTF">2026-03-11T15:34:56Z</dcterms:modified>
</cp:coreProperties>
</file>