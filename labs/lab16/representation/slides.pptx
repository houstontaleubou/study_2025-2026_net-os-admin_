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20" Type="http://schemas.openxmlformats.org/officeDocument/2006/relationships/viewProps" Target="viewProps.xml" /><Relationship Id="rId19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2" Type="http://schemas.openxmlformats.org/officeDocument/2006/relationships/tableStyles" Target="tableStyles.xml" /><Relationship Id="rId21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png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.png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3.png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4.png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5.png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6.png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7.png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8.png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9.png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0.png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1.png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2.png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Лабораторная работа №16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br/>
            <a:br/>
            <a:r>
              <a:rPr/>
              <a:t>Талебу Тенке Франк Устон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2025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Лабораторная работа №16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Лабораторная работа №16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Цель работы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Приобретение практических навыков администрирования сетевых подсистем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На сервере установим fail2ban (рис. @fig-1):</a:t>
            </a:r>
          </a:p>
        </p:txBody>
      </p:sp>
      <p:pic>
        <p:nvPicPr>
          <p:cNvPr descr="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765300" y="1193800"/>
            <a:ext cx="56134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Этап 1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Запустим сервер fail2ban и добавим его в автозагрузку (рис. @fig-2):</a:t>
            </a:r>
          </a:p>
        </p:txBody>
      </p:sp>
      <p:pic>
        <p:nvPicPr>
          <p:cNvPr descr="2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092200" y="1193800"/>
            <a:ext cx="69469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Этап 2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В дополнительном терминале запустим просмотр журнала событий fail2ban (рис. @fig-3):</a:t>
            </a:r>
          </a:p>
        </p:txBody>
      </p:sp>
      <p:pic>
        <p:nvPicPr>
          <p:cNvPr descr="3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689100" y="1193800"/>
            <a:ext cx="57658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Этап 3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Создадим файл с локальной конфигурацией fail2ban (рис. @fig-4):</a:t>
            </a:r>
          </a:p>
        </p:txBody>
      </p:sp>
      <p:pic>
        <p:nvPicPr>
          <p:cNvPr descr="4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95300" y="1193800"/>
            <a:ext cx="81661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Этап 4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В файле /etc/fail2ban/jail.d/customisation.local зададим время блокирования на 1 час и включим защиту SSH (рис. @fig-5):</a:t>
            </a:r>
          </a:p>
        </p:txBody>
      </p:sp>
      <p:pic>
        <p:nvPicPr>
          <p:cNvPr descr="5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768600" y="1193800"/>
            <a:ext cx="36068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Этап 5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Перезапустим fail2ban для применения изменений (рис. @fig-6):</a:t>
            </a:r>
          </a:p>
        </p:txBody>
      </p:sp>
      <p:pic>
        <p:nvPicPr>
          <p:cNvPr descr="6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844800" y="1193800"/>
            <a:ext cx="34671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Этап 6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Посмотрим журнал событий после перезапуска (рис. @fig-7):</a:t>
            </a:r>
          </a:p>
        </p:txBody>
      </p:sp>
      <p:pic>
        <p:nvPicPr>
          <p:cNvPr descr="7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921000" y="1193800"/>
            <a:ext cx="33020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Этап 7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В файле /etc/fail2ban/jail.d/customisation.local включим защиту HTTP (рис. @fig-8):</a:t>
            </a:r>
          </a:p>
        </p:txBody>
      </p:sp>
      <p:pic>
        <p:nvPicPr>
          <p:cNvPr descr="8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743200" y="1193800"/>
            <a:ext cx="36576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Этап 8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Перезапустим fail2ban и проверим журнал событий (рис. @fig-9, @fig-10):</a:t>
            </a:r>
          </a:p>
        </p:txBody>
      </p:sp>
      <p:pic>
        <p:nvPicPr>
          <p:cNvPr descr="9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663700"/>
            <a:ext cx="8229600" cy="19431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Этап 9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Перезапуск и проверка</a:t>
            </a:r>
          </a:p>
        </p:txBody>
      </p:sp>
      <p:pic>
        <p:nvPicPr>
          <p:cNvPr descr="10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333500" y="1193800"/>
            <a:ext cx="64643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Этап 10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В файле /etc/fail2ban/jail.d/customisation.local включим защиту почты (рис. @fig-11):</a:t>
            </a:r>
          </a:p>
        </p:txBody>
      </p:sp>
      <p:pic>
        <p:nvPicPr>
          <p:cNvPr descr="1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282700"/>
            <a:ext cx="8229600" cy="2692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Этап 11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Перезапустим fail2ban и посмотрим журнал событий (рис. @fig-12, @fig-13):</a:t>
            </a:r>
          </a:p>
        </p:txBody>
      </p:sp>
      <p:pic>
        <p:nvPicPr>
          <p:cNvPr descr="12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244600"/>
            <a:ext cx="8229600" cy="27940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Этап 12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Выводы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В ходе выполнения лабораторной работы были приобретены практические навыки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Спасибо за внимание!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Вопросы?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Лабораторная работа №16</dc:title>
  <dc:creator>Талебу Тенке Франк Устон</dc:creator>
  <cp:keywords/>
  <dcterms:created xsi:type="dcterms:W3CDTF">2026-03-18T09:38:29Z</dcterms:created>
  <dcterms:modified xsi:type="dcterms:W3CDTF">2026-03-18T09:38:29Z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spectratio">
    <vt:lpwstr>169</vt:lpwstr>
  </property>
  <property fmtid="{D5CDD505-2E9C-101B-9397-08002B2CF9AE}" pid="3" name="classoption">
    <vt:lpwstr>aspectratio=169</vt:lpwstr>
  </property>
  <property fmtid="{D5CDD505-2E9C-101B-9397-08002B2CF9AE}" pid="4" name="date">
    <vt:lpwstr>2025</vt:lpwstr>
  </property>
  <property fmtid="{D5CDD505-2E9C-101B-9397-08002B2CF9AE}" pid="5" name="institute">
    <vt:lpwstr>Российский университет дружбы народов</vt:lpwstr>
  </property>
</Properties>
</file>