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Перейдём в режим суперпользователя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дополнительном терминале запустим мониторинг работы почтовой службы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в список протоколов, с которыми может работать Dovecot, протокол LMTP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7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Настроим в Dovecot сервис lmtp для связи с Postfix, определив расположение unix-сокета и права доступа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01800" y="1193800"/>
            <a:ext cx="575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Переопределим в Postfix передачу сообщений через заданный unix-сокет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/etc/dovecot/conf.d/10-auth.conf зададим формат имени пользователя для аутентификации в форме логина без указания домена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1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Postfix и Dovecot для применения изменений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Из-под учётной записи своего пользователя отправим письмо с клиента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Посмотрим содержание логов при мониторинге почтовой службы и проверим почтовый ящик пользователя на сервере (рис. @fig-9, @fig-10):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57300"/>
            <a:ext cx="82296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 логов и почтового ящика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7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Определим службу аутентификации пользователей в Dovecot и настроим Postfix для использования SASL-аутентификации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9900" y="1193800"/>
            <a:ext cx="313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проверки работы аутентификации временно запустим SMTP-сервер с возможностью аутентификации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35300" y="1193800"/>
            <a:ext cx="307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установим telnet, получим строку для аутентификации и протестируем подключение к SMTP-серверу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Настроим SMTP-сервер на 587-м порту, разрешим соответствующую службу в межсетевом экране и перезапустим Postfix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7400" y="1193800"/>
            <a:ext cx="501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№15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№10</dc:title>
  <dc:creator>Талебу Тенке Франк Устон</dc:creator>
  <cp:keywords/>
  <dcterms:created xsi:type="dcterms:W3CDTF">2026-03-18T09:34:35Z</dcterms:created>
  <dcterms:modified xsi:type="dcterms:W3CDTF">2026-03-18T09:34:35Z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