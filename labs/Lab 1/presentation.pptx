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67" r:id="rId2"/>
    <p:sldId id="266" r:id="rId3"/>
    <p:sldId id="268" r:id="rId4"/>
    <p:sldId id="272" r:id="rId5"/>
    <p:sldId id="273" r:id="rId6"/>
    <p:sldId id="274" r:id="rId7"/>
    <p:sldId id="276" r:id="rId8"/>
    <p:sldId id="277" r:id="rId9"/>
    <p:sldId id="278" r:id="rId10"/>
    <p:sldId id="279" r:id="rId11"/>
    <p:sldId id="280" r:id="rId12"/>
    <p:sldId id="271" r:id="rId13"/>
    <p:sldId id="263" r:id="rId14"/>
  </p:sldIdLst>
  <p:sldSz cx="9144000" cy="5143500" type="screen16x9"/>
  <p:notesSz cx="6858000" cy="994727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13">
          <p15:clr>
            <a:srgbClr val="A4A3A4"/>
          </p15:clr>
        </p15:guide>
        <p15:guide id="2" orient="horz" pos="1620">
          <p15:clr>
            <a:srgbClr val="A4A3A4"/>
          </p15:clr>
        </p15:guide>
        <p15:guide id="3" pos="5504">
          <p15:clr>
            <a:srgbClr val="A4A3A4"/>
          </p15:clr>
        </p15:guide>
        <p15:guide id="4" pos="2880">
          <p15:clr>
            <a:srgbClr val="A4A3A4"/>
          </p15:clr>
        </p15:guide>
        <p15:guide id="5" pos="107">
          <p15:clr>
            <a:srgbClr val="A4A3A4"/>
          </p15:clr>
        </p15:guide>
      </p15:sld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9" roundtripDataSignature="AMtx7mjZB7ixGNIUgHhdMxBv5yJAw6vY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99"/>
    <a:srgbClr val="070C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70056C7-A5F9-4430-BC15-8328C1FDC476}">
  <a:tblStyle styleId="{D70056C7-A5F9-4430-BC15-8328C1FDC4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8" y="1074"/>
      </p:cViewPr>
      <p:guideLst>
        <p:guide orient="horz" pos="413"/>
        <p:guide orient="horz" pos="1620"/>
        <p:guide pos="5504"/>
        <p:guide pos="2880"/>
        <p:guide pos="10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49" Type="http://customschemas.google.com/relationships/presentationmetadata" Target="metadata"/><Relationship Id="rId10" Type="http://schemas.openxmlformats.org/officeDocument/2006/relationships/slide" Target="slides/slide9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97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97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" y="746125"/>
            <a:ext cx="6629400" cy="3730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724956"/>
            <a:ext cx="5486400" cy="44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48185"/>
            <a:ext cx="2971800" cy="497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9448185"/>
            <a:ext cx="2971800" cy="497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0430643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30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724956"/>
            <a:ext cx="5486400" cy="44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9448185"/>
            <a:ext cx="2971800" cy="497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724956"/>
            <a:ext cx="5486400" cy="447627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30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724956"/>
            <a:ext cx="5486400" cy="447627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30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07978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5DDA07DE-BBE8-839A-E59A-2DBE61913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E0F30A24-7912-9292-9CE8-5456C1FB5D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724956"/>
            <a:ext cx="5486400" cy="447627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45129EF2-5316-4BC2-A249-D31413120C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30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9500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67A6216D-DC73-F7F7-A672-42776CD4C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F0B43D86-52EC-E103-47F2-07A6881174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724956"/>
            <a:ext cx="5486400" cy="447627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21BBEC01-9B0E-089E-BFD4-8C0157E7B7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30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9797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170AAD33-BC7B-6DC7-7B31-EA27C49CD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2479D12B-DEE2-BDB2-D450-D0D160CCB5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724956"/>
            <a:ext cx="5486400" cy="447627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11A85F35-13EE-DBCB-1217-884584E0A1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30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15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E700EE70-0202-CB16-97E1-40F00959C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28CDB5FC-2BF9-E0BF-2BD6-7457CC0EB2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724956"/>
            <a:ext cx="5486400" cy="447627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88D75CCE-FC08-43C8-D722-CF7272D2EB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30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62340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E58E8CB4-A59C-82EC-8E68-79374CE2A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D9A9D0C4-90BB-1135-D589-44C26AADFF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724956"/>
            <a:ext cx="5486400" cy="447627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9EC254BA-947A-A2EA-A3E7-48AE1DC56E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30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5226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474C3EC-FB6A-4215-2218-95E54A0AE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2BAA6167-34FB-1E11-CE8C-A814497B30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724956"/>
            <a:ext cx="5486400" cy="447627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6EC0251B-E40A-57F2-63DD-C63C5F73D1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30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69130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0D7603F4-5561-6865-506A-61919A56A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5E34BE4E-1614-5824-8997-9DCDD2DC81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724956"/>
            <a:ext cx="5486400" cy="447627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C2E3030D-C867-F81C-1536-000C90C4FC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30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14172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EC1E99E7-B924-E494-A96F-7AB58E36E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DD85F191-33D0-BAE6-74CC-B181A76779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724956"/>
            <a:ext cx="5486400" cy="447627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AAAA23F9-32BF-0ACE-7F1B-2A527783BE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30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26538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724956"/>
            <a:ext cx="5486400" cy="447627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30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30750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30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19:notes"/>
          <p:cNvSpPr txBox="1">
            <a:spLocks noGrp="1"/>
          </p:cNvSpPr>
          <p:nvPr>
            <p:ph type="body" idx="1"/>
          </p:nvPr>
        </p:nvSpPr>
        <p:spPr>
          <a:xfrm>
            <a:off x="685800" y="4724956"/>
            <a:ext cx="5486400" cy="44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9:notes"/>
          <p:cNvSpPr txBox="1">
            <a:spLocks noGrp="1"/>
          </p:cNvSpPr>
          <p:nvPr>
            <p:ph type="sldNum" idx="12"/>
          </p:nvPr>
        </p:nvSpPr>
        <p:spPr>
          <a:xfrm>
            <a:off x="3884613" y="9448185"/>
            <a:ext cx="2971800" cy="497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ctrTitle"/>
          </p:nvPr>
        </p:nvSpPr>
        <p:spPr>
          <a:xfrm>
            <a:off x="685800" y="1597822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4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body" idx="1"/>
          </p:nvPr>
        </p:nvSpPr>
        <p:spPr>
          <a:xfrm>
            <a:off x="457200" y="900114"/>
            <a:ext cx="4038600" cy="2545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25"/>
          <p:cNvSpPr txBox="1">
            <a:spLocks noGrp="1"/>
          </p:cNvSpPr>
          <p:nvPr>
            <p:ph type="body" idx="2"/>
          </p:nvPr>
        </p:nvSpPr>
        <p:spPr>
          <a:xfrm>
            <a:off x="4648200" y="900114"/>
            <a:ext cx="4038600" cy="2545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26"/>
          <p:cNvSpPr txBox="1">
            <a:spLocks noGrp="1"/>
          </p:cNvSpPr>
          <p:nvPr>
            <p:ph type="body" idx="3"/>
          </p:nvPr>
        </p:nvSpPr>
        <p:spPr>
          <a:xfrm>
            <a:off x="4645032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body" idx="4"/>
          </p:nvPr>
        </p:nvSpPr>
        <p:spPr>
          <a:xfrm>
            <a:off x="4645032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26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7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body" idx="1"/>
          </p:nvPr>
        </p:nvSpPr>
        <p:spPr>
          <a:xfrm>
            <a:off x="3575050" y="204791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body" idx="2"/>
          </p:nvPr>
        </p:nvSpPr>
        <p:spPr>
          <a:xfrm>
            <a:off x="457202" y="1076328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8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68" name="Google Shape;68;p29"/>
          <p:cNvSpPr txBox="1">
            <a:spLocks noGrp="1"/>
          </p:cNvSpPr>
          <p:nvPr>
            <p:ph type="body" idx="1"/>
          </p:nvPr>
        </p:nvSpPr>
        <p:spPr>
          <a:xfrm>
            <a:off x="1792288" y="4025506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9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>
            <a:spLocks noGrp="1"/>
          </p:cNvSpPr>
          <p:nvPr>
            <p:ph type="title"/>
          </p:nvPr>
        </p:nvSpPr>
        <p:spPr>
          <a:xfrm rot="5400000">
            <a:off x="6012656" y="771525"/>
            <a:ext cx="3290888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body" idx="1"/>
          </p:nvPr>
        </p:nvSpPr>
        <p:spPr>
          <a:xfrm rot="5400000">
            <a:off x="1821656" y="-1209675"/>
            <a:ext cx="3290888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1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1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1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 descr="foto.jpg"/>
          <p:cNvPicPr preferRelativeResize="0"/>
          <p:nvPr/>
        </p:nvPicPr>
        <p:blipFill rotWithShape="1">
          <a:blip r:embed="rId3">
            <a:alphaModFix/>
          </a:blip>
          <a:srcRect t="11377" b="1"/>
          <a:stretch/>
        </p:blipFill>
        <p:spPr>
          <a:xfrm>
            <a:off x="-23547" y="0"/>
            <a:ext cx="9167548" cy="5221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4">
            <a:alphaModFix/>
          </a:blip>
          <a:srcRect b="282"/>
          <a:stretch/>
        </p:blipFill>
        <p:spPr>
          <a:xfrm>
            <a:off x="-23547" y="1034499"/>
            <a:ext cx="9167545" cy="4109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1082430" y="3511452"/>
            <a:ext cx="7334607" cy="1937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tabLst>
                <a:tab pos="3314700" algn="l"/>
                <a:tab pos="3743325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Студент: 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Талебу Тенке Франк</a:t>
            </a:r>
          </a:p>
          <a:p>
            <a:pPr algn="ctr">
              <a:tabLst>
                <a:tab pos="3314700" algn="l"/>
                <a:tab pos="3743325" algn="l"/>
              </a:tabLst>
            </a:pPr>
            <a:r>
              <a:rPr lang="ru-RU" sz="16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Группа: </a:t>
            </a:r>
            <a:r>
              <a:rPr lang="ru-RU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НФИбд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02–23</a:t>
            </a:r>
            <a:endParaRPr lang="fr-F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tabLst>
                <a:tab pos="3314700" algn="l"/>
                <a:tab pos="5827395" algn="l"/>
              </a:tabLst>
            </a:pPr>
            <a:endParaRPr lang="fr-FR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tabLst>
                <a:tab pos="3314700" algn="l"/>
                <a:tab pos="5827395" algn="l"/>
              </a:tabLst>
            </a:pPr>
            <a:r>
              <a:rPr lang="ru-RU" sz="1800" i="1" u="sng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дисциплина:</a:t>
            </a:r>
            <a:r>
              <a:rPr lang="ru-RU" sz="1800" i="0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  </a:t>
            </a:r>
            <a:r>
              <a:rPr lang="ru-RU" sz="1800" i="0" kern="100" dirty="0">
                <a:effectLst/>
                <a:latin typeface="Cambria" panose="02040503050406030204" pitchFamily="18" charset="0"/>
                <a:ea typeface="Droid Sans Fallback"/>
                <a:cs typeface="Cambria" panose="02040503050406030204" pitchFamily="18" charset="0"/>
              </a:rPr>
              <a:t>Администрирование сетевых подсистем</a:t>
            </a:r>
            <a:endParaRPr lang="fr-FR" sz="1800" kern="100" dirty="0">
              <a:effectLst/>
              <a:latin typeface="Liberation Sans;Arial"/>
              <a:ea typeface="Droid Sans Fallback"/>
              <a:cs typeface="FreeSans"/>
            </a:endParaRPr>
          </a:p>
          <a:p>
            <a:pPr algn="ctr">
              <a:tabLst>
                <a:tab pos="3314700" algn="l"/>
                <a:tab pos="5827395" algn="l"/>
              </a:tabLst>
            </a:pPr>
            <a:endParaRPr lang="fr-F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buClr>
                <a:srgbClr val="17365D"/>
              </a:buClr>
              <a:buSzPts val="2000"/>
            </a:pPr>
            <a:endParaRPr sz="2800" b="1" i="0" u="none" strike="noStrike" cap="none" dirty="0">
              <a:solidFill>
                <a:srgbClr val="17365D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2359703" y="931626"/>
            <a:ext cx="4687154" cy="86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rgbClr val="595959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701" y="3057006"/>
            <a:ext cx="2258036" cy="454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3" descr="lents_fo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99703" y="121653"/>
            <a:ext cx="1673826" cy="55252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58;p19"/>
          <p:cNvSpPr txBox="1">
            <a:spLocks noGrp="1"/>
          </p:cNvSpPr>
          <p:nvPr>
            <p:ph type="sldNum" idx="12"/>
          </p:nvPr>
        </p:nvSpPr>
        <p:spPr>
          <a:xfrm>
            <a:off x="8656320" y="4755356"/>
            <a:ext cx="4876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sz="1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4573BF-784C-576C-3E90-990A9BA95198}"/>
              </a:ext>
            </a:extLst>
          </p:cNvPr>
          <p:cNvSpPr/>
          <p:nvPr/>
        </p:nvSpPr>
        <p:spPr>
          <a:xfrm>
            <a:off x="379450" y="588936"/>
            <a:ext cx="8276870" cy="336860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ПРАГМАТИКА  </a:t>
            </a:r>
          </a:p>
          <a:p>
            <a:pPr algn="ctr"/>
            <a:endParaRPr lang="ru-RU" sz="1600"/>
          </a:p>
          <a:p>
            <a:pPr algn="ctr"/>
            <a:endParaRPr lang="ru-RU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Получить практические знания скачивания и установки операционной систем  на виртуальную машину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Разобраться с первичной настройкой системы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Решить возникающие трудности, проблемы и ошибки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Практически получить полезный результат</a:t>
            </a:r>
          </a:p>
          <a:p>
            <a:pPr algn="ctr"/>
            <a:endParaRPr lang="ru-RU"/>
          </a:p>
          <a:p>
            <a:pPr algn="ctr"/>
            <a:endParaRPr lang="ru-RU"/>
          </a:p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4869724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3" descr="lents_fo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482C0C4-0700-D042-DDA4-DA62337C338B}"/>
              </a:ext>
            </a:extLst>
          </p:cNvPr>
          <p:cNvSpPr/>
          <p:nvPr/>
        </p:nvSpPr>
        <p:spPr>
          <a:xfrm>
            <a:off x="271220" y="246589"/>
            <a:ext cx="8385100" cy="356969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i="0" u="none" strike="noStrike" baseline="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  <a:endParaRPr lang="ru-RU" sz="18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800" b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Целью данной работы является приобретение практических навыков установки</a:t>
            </a:r>
          </a:p>
          <a:p>
            <a:pPr algn="ctr"/>
            <a:r>
              <a:rPr lang="ru-RU" sz="1800" b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Rocky Linux на виртуальную машину с помощью инструмента Vagrant..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FR" dirty="0"/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05700" y="121653"/>
            <a:ext cx="1467828" cy="40412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58;p19"/>
          <p:cNvSpPr txBox="1">
            <a:spLocks noGrp="1"/>
          </p:cNvSpPr>
          <p:nvPr>
            <p:ph type="sldNum" idx="12"/>
          </p:nvPr>
        </p:nvSpPr>
        <p:spPr>
          <a:xfrm>
            <a:off x="8656320" y="4755356"/>
            <a:ext cx="4876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sz="1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" name="Image 3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11DB9719-8493-945A-B467-E0B23CDEF2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080" y="3122331"/>
            <a:ext cx="1383997" cy="8799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466272-0C5B-4D8C-A54C-208CE325B1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2665" y="2773554"/>
            <a:ext cx="4717827" cy="165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761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28A69434-9481-41F2-A140-E767567F8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3" descr="lents_fon.png">
            <a:extLst>
              <a:ext uri="{FF2B5EF4-FFF2-40B4-BE49-F238E27FC236}">
                <a16:creationId xmlns:a16="http://schemas.microsoft.com/office/drawing/2014/main" id="{10CB3636-A084-E286-B57D-81E441761ED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>
            <a:extLst>
              <a:ext uri="{FF2B5EF4-FFF2-40B4-BE49-F238E27FC236}">
                <a16:creationId xmlns:a16="http://schemas.microsoft.com/office/drawing/2014/main" id="{F6FB7984-5713-25B7-EB20-FCF20ED9C9B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99703" y="121653"/>
            <a:ext cx="1673826" cy="55252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58;p19">
            <a:extLst>
              <a:ext uri="{FF2B5EF4-FFF2-40B4-BE49-F238E27FC236}">
                <a16:creationId xmlns:a16="http://schemas.microsoft.com/office/drawing/2014/main" id="{780BC3C2-EE40-11DA-50AE-EDE759F5C8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56320" y="4755356"/>
            <a:ext cx="4876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sz="1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5385C6-F8CD-5686-9F1E-60C67916B602}"/>
              </a:ext>
            </a:extLst>
          </p:cNvPr>
          <p:cNvSpPr/>
          <p:nvPr/>
        </p:nvSpPr>
        <p:spPr>
          <a:xfrm>
            <a:off x="379450" y="588936"/>
            <a:ext cx="8276870" cy="336860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fr-FR" dirty="0"/>
          </a:p>
        </p:txBody>
      </p:sp>
      <p:pic>
        <p:nvPicPr>
          <p:cNvPr id="3" name="Рисунок 2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3F921AE-287C-450B-D665-43539B8849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311" y="795829"/>
            <a:ext cx="8765754" cy="25447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825553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9239752C-2CD2-F53B-4120-A4F2B46CE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3" descr="lents_fon.png">
            <a:extLst>
              <a:ext uri="{FF2B5EF4-FFF2-40B4-BE49-F238E27FC236}">
                <a16:creationId xmlns:a16="http://schemas.microsoft.com/office/drawing/2014/main" id="{7A25F0C9-B671-1F1E-D462-1149A5E699F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>
            <a:extLst>
              <a:ext uri="{FF2B5EF4-FFF2-40B4-BE49-F238E27FC236}">
                <a16:creationId xmlns:a16="http://schemas.microsoft.com/office/drawing/2014/main" id="{20AC7636-B6C5-A5EA-0F5C-A32A5B55681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99703" y="121653"/>
            <a:ext cx="1673826" cy="55252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58;p19">
            <a:extLst>
              <a:ext uri="{FF2B5EF4-FFF2-40B4-BE49-F238E27FC236}">
                <a16:creationId xmlns:a16="http://schemas.microsoft.com/office/drawing/2014/main" id="{25178FB9-2299-A698-A0A7-C8F5DBD130E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56320" y="4755356"/>
            <a:ext cx="4876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1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17DE1F-308A-D1A2-9147-9ADA1A91C474}"/>
              </a:ext>
            </a:extLst>
          </p:cNvPr>
          <p:cNvSpPr/>
          <p:nvPr/>
        </p:nvSpPr>
        <p:spPr>
          <a:xfrm>
            <a:off x="379450" y="588936"/>
            <a:ext cx="8276870" cy="336860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fr-FR" dirty="0"/>
          </a:p>
        </p:txBody>
      </p:sp>
      <p:pic>
        <p:nvPicPr>
          <p:cNvPr id="3" name="Рисунок 2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EF48082-7F23-B710-B520-245FD4F7C4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24" y="674176"/>
            <a:ext cx="8225831" cy="35564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9550995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47E6857-AEFC-409D-26D6-03CA750B9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3" descr="lents_fon.png">
            <a:extLst>
              <a:ext uri="{FF2B5EF4-FFF2-40B4-BE49-F238E27FC236}">
                <a16:creationId xmlns:a16="http://schemas.microsoft.com/office/drawing/2014/main" id="{6D673ACA-646C-F89B-3A3C-FE983C2C82C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>
            <a:extLst>
              <a:ext uri="{FF2B5EF4-FFF2-40B4-BE49-F238E27FC236}">
                <a16:creationId xmlns:a16="http://schemas.microsoft.com/office/drawing/2014/main" id="{59165F35-2EF5-95AF-AE2E-96D0F756E0C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99703" y="121653"/>
            <a:ext cx="1673826" cy="55252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58;p19">
            <a:extLst>
              <a:ext uri="{FF2B5EF4-FFF2-40B4-BE49-F238E27FC236}">
                <a16:creationId xmlns:a16="http://schemas.microsoft.com/office/drawing/2014/main" id="{CE8DBA51-DB25-9E4D-2059-7A8405249F3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56320" y="4755356"/>
            <a:ext cx="4876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977084-536F-1789-DB38-F29C88B4A026}"/>
              </a:ext>
            </a:extLst>
          </p:cNvPr>
          <p:cNvSpPr/>
          <p:nvPr/>
        </p:nvSpPr>
        <p:spPr>
          <a:xfrm>
            <a:off x="379450" y="588936"/>
            <a:ext cx="8276870" cy="336860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fr-FR" dirty="0"/>
          </a:p>
        </p:txBody>
      </p:sp>
      <p:pic>
        <p:nvPicPr>
          <p:cNvPr id="4" name="Рисунок 3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743A3DE-A56C-BC29-9D38-9770F24D27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484" y="0"/>
            <a:ext cx="4875010" cy="52983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4300462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4555E64-FAB4-E3D3-ABEC-4EC5AD674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3" descr="lents_fon.png">
            <a:extLst>
              <a:ext uri="{FF2B5EF4-FFF2-40B4-BE49-F238E27FC236}">
                <a16:creationId xmlns:a16="http://schemas.microsoft.com/office/drawing/2014/main" id="{FEB83981-7CA6-9346-DD2C-E0DE2AC9BD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>
            <a:extLst>
              <a:ext uri="{FF2B5EF4-FFF2-40B4-BE49-F238E27FC236}">
                <a16:creationId xmlns:a16="http://schemas.microsoft.com/office/drawing/2014/main" id="{6D71292B-9601-7182-8910-747F306760F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99703" y="121653"/>
            <a:ext cx="1673826" cy="55252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58;p19">
            <a:extLst>
              <a:ext uri="{FF2B5EF4-FFF2-40B4-BE49-F238E27FC236}">
                <a16:creationId xmlns:a16="http://schemas.microsoft.com/office/drawing/2014/main" id="{310F7E9B-6497-6EBF-191B-24DE1A5F9B0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56320" y="4755356"/>
            <a:ext cx="4876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1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A38B93-2CA2-056B-3333-9D9CD7B0F704}"/>
              </a:ext>
            </a:extLst>
          </p:cNvPr>
          <p:cNvSpPr/>
          <p:nvPr/>
        </p:nvSpPr>
        <p:spPr>
          <a:xfrm>
            <a:off x="379450" y="588936"/>
            <a:ext cx="8276870" cy="336860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fr-FR" dirty="0"/>
          </a:p>
        </p:txBody>
      </p:sp>
      <p:pic>
        <p:nvPicPr>
          <p:cNvPr id="3" name="Рисунок 2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6DA2E8B-F632-27B0-53D1-672CE8E222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787" y="757241"/>
            <a:ext cx="8066533" cy="39981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7599361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512A546A-E47E-79BF-1264-92A4F9920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3" descr="lents_fon.png">
            <a:extLst>
              <a:ext uri="{FF2B5EF4-FFF2-40B4-BE49-F238E27FC236}">
                <a16:creationId xmlns:a16="http://schemas.microsoft.com/office/drawing/2014/main" id="{49D0C708-3984-BB46-21D4-82F371D9977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>
            <a:extLst>
              <a:ext uri="{FF2B5EF4-FFF2-40B4-BE49-F238E27FC236}">
                <a16:creationId xmlns:a16="http://schemas.microsoft.com/office/drawing/2014/main" id="{B3EC3017-A719-A296-1859-66E100D30E6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99703" y="121653"/>
            <a:ext cx="1673826" cy="55252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58;p19">
            <a:extLst>
              <a:ext uri="{FF2B5EF4-FFF2-40B4-BE49-F238E27FC236}">
                <a16:creationId xmlns:a16="http://schemas.microsoft.com/office/drawing/2014/main" id="{B17FCE92-19FD-F83C-C5DF-A4E89F2AAAC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56320" y="4755356"/>
            <a:ext cx="4876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sz="1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BE1BBB-29B2-B853-4E0D-C702C723D15B}"/>
              </a:ext>
            </a:extLst>
          </p:cNvPr>
          <p:cNvSpPr/>
          <p:nvPr/>
        </p:nvSpPr>
        <p:spPr>
          <a:xfrm>
            <a:off x="379450" y="588936"/>
            <a:ext cx="8276870" cy="336860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fr-FR" dirty="0"/>
          </a:p>
        </p:txBody>
      </p:sp>
      <p:pic>
        <p:nvPicPr>
          <p:cNvPr id="3" name="Рисунок 2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3F51C84-C159-2D53-713D-4315687225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24" y="1278422"/>
            <a:ext cx="8935552" cy="25866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6980656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87EBD504-1CB7-619E-98D7-2D53D45FE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3" descr="lents_fon.png">
            <a:extLst>
              <a:ext uri="{FF2B5EF4-FFF2-40B4-BE49-F238E27FC236}">
                <a16:creationId xmlns:a16="http://schemas.microsoft.com/office/drawing/2014/main" id="{262EAD65-F77D-1121-A908-CC1A2E8B208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>
            <a:extLst>
              <a:ext uri="{FF2B5EF4-FFF2-40B4-BE49-F238E27FC236}">
                <a16:creationId xmlns:a16="http://schemas.microsoft.com/office/drawing/2014/main" id="{0EA855EB-65AA-D773-345E-E6938BD751D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99703" y="121653"/>
            <a:ext cx="1673826" cy="55252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58;p19">
            <a:extLst>
              <a:ext uri="{FF2B5EF4-FFF2-40B4-BE49-F238E27FC236}">
                <a16:creationId xmlns:a16="http://schemas.microsoft.com/office/drawing/2014/main" id="{FF8D331F-0A5E-BE29-E91B-F78A7B8AE9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56320" y="4755356"/>
            <a:ext cx="4876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sz="1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645BBF-C918-62D3-6A7E-2D9A61A7116C}"/>
              </a:ext>
            </a:extLst>
          </p:cNvPr>
          <p:cNvSpPr/>
          <p:nvPr/>
        </p:nvSpPr>
        <p:spPr>
          <a:xfrm>
            <a:off x="379450" y="588936"/>
            <a:ext cx="8276870" cy="336860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fr-FR" dirty="0"/>
          </a:p>
        </p:txBody>
      </p:sp>
      <p:pic>
        <p:nvPicPr>
          <p:cNvPr id="3" name="Рисунок 2" descr="Изображение выглядит как текст, программное обеспечение, Мультимедийное программное обеспечение, Графическ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39BA376-6D05-B957-DF53-CF65212CF6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50" y="638484"/>
            <a:ext cx="8578643" cy="38665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0040131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0F38176C-DACE-18DE-3F43-E89F2BE4C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3" descr="lents_fon.png">
            <a:extLst>
              <a:ext uri="{FF2B5EF4-FFF2-40B4-BE49-F238E27FC236}">
                <a16:creationId xmlns:a16="http://schemas.microsoft.com/office/drawing/2014/main" id="{EACEADAA-5E63-C4DF-D2F5-798F02B1F6F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>
            <a:extLst>
              <a:ext uri="{FF2B5EF4-FFF2-40B4-BE49-F238E27FC236}">
                <a16:creationId xmlns:a16="http://schemas.microsoft.com/office/drawing/2014/main" id="{6A0E1C5E-1CA8-AB66-DE74-21F2EA070CC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99703" y="121653"/>
            <a:ext cx="1673826" cy="55252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58;p19">
            <a:extLst>
              <a:ext uri="{FF2B5EF4-FFF2-40B4-BE49-F238E27FC236}">
                <a16:creationId xmlns:a16="http://schemas.microsoft.com/office/drawing/2014/main" id="{4005E04A-C805-C775-B104-5D6EAB897C0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56320" y="4755356"/>
            <a:ext cx="4876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sz="1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72EFEE-9015-646C-B938-75B2F2C8E9D4}"/>
              </a:ext>
            </a:extLst>
          </p:cNvPr>
          <p:cNvSpPr/>
          <p:nvPr/>
        </p:nvSpPr>
        <p:spPr>
          <a:xfrm>
            <a:off x="379450" y="588936"/>
            <a:ext cx="8276870" cy="336860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fr-FR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3C14E13-C90E-9F6E-A7DD-88E8F19BD0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790" y="69740"/>
            <a:ext cx="6034913" cy="50737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9161770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9648BF4F-9410-E47A-23BF-DBB281CC0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3" descr="lents_fon.png">
            <a:extLst>
              <a:ext uri="{FF2B5EF4-FFF2-40B4-BE49-F238E27FC236}">
                <a16:creationId xmlns:a16="http://schemas.microsoft.com/office/drawing/2014/main" id="{55540FE1-E1EE-59AA-E894-2DF3C7A7136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>
            <a:extLst>
              <a:ext uri="{FF2B5EF4-FFF2-40B4-BE49-F238E27FC236}">
                <a16:creationId xmlns:a16="http://schemas.microsoft.com/office/drawing/2014/main" id="{73AA5487-0B90-5E8F-A4C7-E84FF0413C9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99703" y="121653"/>
            <a:ext cx="1673826" cy="55252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58;p19">
            <a:extLst>
              <a:ext uri="{FF2B5EF4-FFF2-40B4-BE49-F238E27FC236}">
                <a16:creationId xmlns:a16="http://schemas.microsoft.com/office/drawing/2014/main" id="{1A1EABAE-F863-E7DC-7B10-32E7DEC97C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56320" y="4755356"/>
            <a:ext cx="4876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sz="1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1DBADB-6A3C-1900-609F-D7D04CC4A5D3}"/>
              </a:ext>
            </a:extLst>
          </p:cNvPr>
          <p:cNvSpPr/>
          <p:nvPr/>
        </p:nvSpPr>
        <p:spPr>
          <a:xfrm>
            <a:off x="379450" y="588936"/>
            <a:ext cx="8276870" cy="336860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fr-FR" dirty="0"/>
          </a:p>
        </p:txBody>
      </p:sp>
      <p:pic>
        <p:nvPicPr>
          <p:cNvPr id="3" name="Рисунок 2" descr="Изображение выглядит как текст, программное обеспечение, Мультимедийное программное обеспечение, Графическ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7BC4C15-5C93-8D80-EC42-2DC8DAA9D40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" y="877448"/>
            <a:ext cx="8219727" cy="37636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83884606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770FFA-C1C5-7DB6-B310-768D88E40FDC}"/>
              </a:ext>
            </a:extLst>
          </p:cNvPr>
          <p:cNvSpPr/>
          <p:nvPr/>
        </p:nvSpPr>
        <p:spPr>
          <a:xfrm>
            <a:off x="170472" y="171450"/>
            <a:ext cx="8385100" cy="276644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</a:t>
            </a:r>
            <a:r>
              <a:rPr lang="ru-RU" sz="16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16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600" b="0" i="0" u="none" strike="noStrike" baseline="0" dirty="0">
                <a:solidFill>
                  <a:srgbClr val="000009"/>
                </a:solidFill>
                <a:latin typeface="Times New Roman" panose="02020603050405020304" pitchFamily="18" charset="0"/>
              </a:rPr>
              <a:t>В ходе выполнения лабораторной работы были приобретены практические навыки установки Rocky Linux на виртуальную машину с помощью инструмента Vagrant. 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109" name="Google Shape;109;p3" descr="lents_fo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05700" y="121653"/>
            <a:ext cx="1467828" cy="40412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58;p19"/>
          <p:cNvSpPr txBox="1">
            <a:spLocks noGrp="1"/>
          </p:cNvSpPr>
          <p:nvPr>
            <p:ph type="sldNum" idx="12"/>
          </p:nvPr>
        </p:nvSpPr>
        <p:spPr>
          <a:xfrm>
            <a:off x="8656320" y="4755356"/>
            <a:ext cx="4876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sz="1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4C92DD-0EE8-43C2-AF13-C760104C7E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2059" y="2433638"/>
            <a:ext cx="4259038" cy="1490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695440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9" descr="lents_fo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/>
          <p:nvPr/>
        </p:nvSpPr>
        <p:spPr>
          <a:xfrm>
            <a:off x="169863" y="407988"/>
            <a:ext cx="1243263" cy="58173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8" name="Google Shape;158;p19"/>
          <p:cNvSpPr txBox="1">
            <a:spLocks noGrp="1"/>
          </p:cNvSpPr>
          <p:nvPr>
            <p:ph type="sldNum" idx="12"/>
          </p:nvPr>
        </p:nvSpPr>
        <p:spPr>
          <a:xfrm>
            <a:off x="8682578" y="4777927"/>
            <a:ext cx="46142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sz="1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1015288" y="1863151"/>
            <a:ext cx="711342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400" b="1" i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Спасибо за внимание!</a:t>
            </a:r>
            <a:endParaRPr i="1"/>
          </a:p>
        </p:txBody>
      </p:sp>
      <p:pic>
        <p:nvPicPr>
          <p:cNvPr id="160" name="Google Shape;160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56841" y="337730"/>
            <a:ext cx="3631318" cy="65199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1;p1">
            <a:extLst>
              <a:ext uri="{FF2B5EF4-FFF2-40B4-BE49-F238E27FC236}">
                <a16:creationId xmlns:a16="http://schemas.microsoft.com/office/drawing/2014/main" id="{01D4DE3D-ABAD-A4C4-4067-5F0C4EAA4601}"/>
              </a:ext>
            </a:extLst>
          </p:cNvPr>
          <p:cNvSpPr txBox="1"/>
          <p:nvPr/>
        </p:nvSpPr>
        <p:spPr>
          <a:xfrm>
            <a:off x="5712887" y="3828081"/>
            <a:ext cx="3200402" cy="1031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tabLst>
                <a:tab pos="3314700" algn="l"/>
                <a:tab pos="3743325" algn="l"/>
              </a:tabLst>
            </a:pPr>
            <a:endParaRPr lang="fr-F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102</Words>
  <Application>Microsoft Office PowerPoint</Application>
  <PresentationFormat>Экран (16:9)</PresentationFormat>
  <Paragraphs>42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Calibri</vt:lpstr>
      <vt:lpstr>Cambria</vt:lpstr>
      <vt:lpstr>Liberation Sans;Arial</vt:lpstr>
      <vt:lpstr>Times New Roman</vt:lpstr>
      <vt:lpstr>Trebuchet MS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Claudely Bansimba</dc:creator>
  <cp:lastModifiedBy>Талебу Тенке Франк Устон</cp:lastModifiedBy>
  <cp:revision>21</cp:revision>
  <dcterms:created xsi:type="dcterms:W3CDTF">2020-04-04T10:34:07Z</dcterms:created>
  <dcterms:modified xsi:type="dcterms:W3CDTF">2026-02-04T14:57:16Z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0x0101006F2D2FA94F776642BEC78A2846F64F3F</vt:lpwstr>
  </property>
</Properties>
</file>