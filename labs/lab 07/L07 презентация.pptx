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2" r:id="rId1"/>
  </p:sldMasterIdLst>
  <p:sldIdLst>
    <p:sldId id="256" r:id="rId2"/>
    <p:sldId id="257" r:id="rId3"/>
    <p:sldId id="283" r:id="rId4"/>
    <p:sldId id="284" r:id="rId5"/>
    <p:sldId id="285" r:id="rId6"/>
    <p:sldId id="286" r:id="rId7"/>
    <p:sldId id="287" r:id="rId8"/>
    <p:sldId id="289" r:id="rId9"/>
    <p:sldId id="290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3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07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84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28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52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39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43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54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07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0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61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484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39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46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966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342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567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70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747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  <p:sldLayoutId id="2147484194" r:id="rId12"/>
    <p:sldLayoutId id="2147484195" r:id="rId13"/>
    <p:sldLayoutId id="2147484196" r:id="rId14"/>
    <p:sldLayoutId id="2147484197" r:id="rId15"/>
    <p:sldLayoutId id="2147484198" r:id="rId16"/>
    <p:sldLayoutId id="214748419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</a:t>
            </a:r>
            <a:r>
              <a:rPr lang="en-US" sz="5400" dirty="0"/>
              <a:t>7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Расширенные настройки межсетевого экрана</a:t>
            </a:r>
            <a:br>
              <a:rPr lang="ru-RU" sz="5400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392" y="3692138"/>
            <a:ext cx="10572000" cy="1421612"/>
          </a:xfrm>
        </p:spPr>
        <p:txBody>
          <a:bodyPr>
            <a:normAutofit fontScale="70000" lnSpcReduction="20000"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Тенке</a:t>
            </a:r>
          </a:p>
          <a:p>
            <a:pPr algn="ctr">
              <a:tabLst>
                <a:tab pos="3314700" algn="l"/>
                <a:tab pos="3743325" algn="l"/>
              </a:tabLst>
            </a:pPr>
            <a:r>
              <a:rPr lang="ru-RU" sz="24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</a:t>
            </a:r>
            <a:r>
              <a:rPr lang="ru-RU" sz="24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ru-RU" sz="24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(Lab </a:t>
            </a:r>
            <a:r>
              <a:rPr lang="en-US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7</a:t>
            </a:r>
            <a:r>
              <a:rPr lang="ru-RU" sz="2400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  <a:endParaRPr lang="ru-RU" sz="24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endParaRPr lang="ru-RU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lang="ru-RU"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616D9-A4D2-4B03-88BB-1678D400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1080847"/>
            <a:ext cx="10571998" cy="970450"/>
          </a:xfrm>
        </p:spPr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35E8B-EB0C-4068-8443-A963BCBB9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получение навыков настройки межсетевого экрана в </a:t>
            </a:r>
            <a:r>
              <a:rPr lang="en-US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Linux</a:t>
            </a:r>
            <a:r>
              <a:rPr lang="ru-RU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 в части переадресации портов и настройки </a:t>
            </a:r>
            <a:r>
              <a:rPr lang="en-US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Masquerading</a:t>
            </a:r>
            <a:r>
              <a:rPr lang="ru-RU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fr-FR" b="1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77576E5-E7DB-46C7-B0D9-A0AB18787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2C244BC-AB19-460B-9A7B-5BAFE9DEA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D7728D-2CB0-4ADE-B6BF-4BA8ED772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3E0EDB8-8162-4D16-9521-52415777B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7060CB3-C139-4548-A73F-74689C92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3E3CED3-8830-45C9-8D6C-F4ECADD4F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BEF916-1CD2-3F47-75E8-3C223A14E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326815"/>
            <a:ext cx="8737134" cy="618152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6F2D62A-C66C-42DF-8C05-99B0B1A8B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611" y="350556"/>
            <a:ext cx="11542779" cy="6156888"/>
          </a:xfrm>
          <a:prstGeom prst="rect">
            <a:avLst/>
          </a:prstGeom>
          <a:noFill/>
          <a:ln w="25400" cap="flat">
            <a:solidFill>
              <a:srgbClr val="004587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45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35C5D-0C5A-F903-10C2-DAC63199D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604266-0FB1-73FF-93A0-0ABADBA8A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283" y="785443"/>
            <a:ext cx="8297433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3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C1CA-0936-CED1-0AF6-E03DE0AF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Шрифт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EDF1BF-3016-D780-30F4-C2D08F091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67" y="1861996"/>
            <a:ext cx="10518598" cy="255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6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3A03-0090-7F50-BF49-35603869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AED99E-1ACC-F409-7726-E129A6A9B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153" y="0"/>
            <a:ext cx="8300097" cy="661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4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6312-93A6-E7CD-567F-68E7E251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2D8963-12A6-5E6C-599E-287D1A9A8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929" y="407004"/>
            <a:ext cx="9188141" cy="604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52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9143A-6A3A-2E50-D7AD-096D3EFF2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6EF3FD-6BBC-9193-F8F8-281A235828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67" b="-1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20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2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52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D51D-462A-CBCE-DC48-756A76B6E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E9068E-3A74-9D8F-4ED6-5246B5822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849" y="0"/>
            <a:ext cx="7981401" cy="671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39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924" y="1504950"/>
            <a:ext cx="8963023" cy="790574"/>
          </a:xfrm>
        </p:spPr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В ходе выполнения лабораторной работы были получены навыки настройки межсетевого экрана в </a:t>
            </a:r>
            <a:r>
              <a:rPr lang="en-US" dirty="0"/>
              <a:t>Linux</a:t>
            </a:r>
            <a:r>
              <a:rPr lang="ru-RU" dirty="0"/>
              <a:t> в части переадресации портов и настройки </a:t>
            </a:r>
            <a:r>
              <a:rPr lang="en-US" dirty="0"/>
              <a:t>Masquerading</a:t>
            </a:r>
            <a:r>
              <a:rPr lang="ru-RU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313" y="2959444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403</TotalTime>
  <Words>76</Words>
  <Application>Microsoft Office PowerPoint</Application>
  <PresentationFormat>Широкоэкранный</PresentationFormat>
  <Paragraphs>10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Garamond</vt:lpstr>
      <vt:lpstr>Times New Roman</vt:lpstr>
      <vt:lpstr>Organic</vt:lpstr>
      <vt:lpstr>Лабораторная работа №7  Расширенные настройки межсетевого экрана </vt:lpstr>
      <vt:lpstr>Цель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 Bansimba</dc:creator>
  <cp:lastModifiedBy>Талебу Тенке Франк Устон</cp:lastModifiedBy>
  <cp:revision>213</cp:revision>
  <dcterms:created xsi:type="dcterms:W3CDTF">2022-11-11T17:59:21Z</dcterms:created>
  <dcterms:modified xsi:type="dcterms:W3CDTF">2026-03-09T14:22:00Z</dcterms:modified>
</cp:coreProperties>
</file>