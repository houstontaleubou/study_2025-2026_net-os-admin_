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2" r:id="rId1"/>
  </p:sldMasterIdLst>
  <p:sldIdLst>
    <p:sldId id="256" r:id="rId2"/>
    <p:sldId id="257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35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153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69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07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8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67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4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56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98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95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749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52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40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573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25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573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42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32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  <p:sldLayoutId id="2147484196" r:id="rId14"/>
    <p:sldLayoutId id="2147484197" r:id="rId15"/>
    <p:sldLayoutId id="2147484198" r:id="rId16"/>
    <p:sldLayoutId id="214748419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</a:t>
            </a:r>
            <a:r>
              <a:rPr lang="en-US" sz="5400" dirty="0">
                <a:latin typeface="Abadi" panose="020B0604020104020204" pitchFamily="34" charset="0"/>
              </a:rPr>
              <a:t>4</a:t>
            </a:r>
            <a:br>
              <a:rPr lang="ru-RU" sz="5400" dirty="0"/>
            </a:br>
            <a:br>
              <a:rPr lang="ru-RU" sz="5400" dirty="0"/>
            </a:br>
            <a:r>
              <a:rPr lang="ru-RU" sz="2700" dirty="0"/>
              <a:t>Базовая настройка </a:t>
            </a:r>
            <a:r>
              <a:rPr lang="en-US" sz="2700" dirty="0">
                <a:latin typeface="Abadi" panose="020B0604020104020204" pitchFamily="34" charset="0"/>
              </a:rPr>
              <a:t>HTTP-</a:t>
            </a:r>
            <a:r>
              <a:rPr lang="ru-RU" sz="2700" dirty="0"/>
              <a:t>сервера </a:t>
            </a:r>
            <a:r>
              <a:rPr lang="en-US" sz="2700" dirty="0">
                <a:latin typeface="Abadi" panose="020B0604020104020204" pitchFamily="34" charset="0"/>
              </a:rPr>
              <a:t>Apache </a:t>
            </a:r>
            <a:br>
              <a:rPr lang="ru-RU" sz="5400" dirty="0"/>
            </a:b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A37A2E-3D2F-4507-BA4F-737E764D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666" y="4560244"/>
            <a:ext cx="10572000" cy="1421612"/>
          </a:xfrm>
        </p:spPr>
        <p:txBody>
          <a:bodyPr>
            <a:noAutofit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 Франк</a:t>
            </a: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16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16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1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16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16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r>
              <a:rPr lang="ru-RU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ru-RU" sz="16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(Lab </a:t>
            </a:r>
            <a:r>
              <a:rPr lang="en-US" sz="16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4</a:t>
            </a:r>
            <a:r>
              <a:rPr lang="ru-RU" sz="1600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  <a:endParaRPr lang="ru-RU" sz="16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ru-RU" sz="1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16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616D9-A4D2-4B03-88BB-1678D400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19F32-D8BE-49AB-8B92-CBAF3F7C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652" y="3147651"/>
            <a:ext cx="9601196" cy="3318936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Приобретение практических навыков по установке и базовому конфигурированию</a:t>
            </a:r>
            <a:r>
              <a:rPr lang="en-US" dirty="0"/>
              <a:t> </a:t>
            </a:r>
            <a:r>
              <a:rPr lang="ru-RU" dirty="0"/>
              <a:t>HTTP-сервера Apache.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FB162-52A9-45EE-9C8F-28E17841A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912" y="4313768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7" name="Рисунок 6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C074E4-3E01-5078-20F4-22279878B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587068"/>
            <a:ext cx="8128001" cy="564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0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75305-B90B-FB38-AE5C-779115AB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78BE18-6882-4FAA-BC8C-CA216E96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34F12D-8C0F-46CA-9F4A-D56193C3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88137"/>
            <a:ext cx="11227442" cy="58832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3" name="Рисунок 2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F09A22-03F0-1A3F-F345-59B724612A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5"/>
          <a:stretch>
            <a:fillRect/>
          </a:stretch>
        </p:blipFill>
        <p:spPr>
          <a:xfrm>
            <a:off x="486138" y="486568"/>
            <a:ext cx="11227442" cy="58832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838012-22B6-4303-8F29-04E1419B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061FF5-9F81-427C-8DA5-39893955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2351" y="2421466"/>
            <a:ext cx="940729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3F5A17-2CE9-4ADD-9FAF-C1A0BB39C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8288" y="3128956"/>
            <a:ext cx="12234672" cy="658368"/>
            <a:chOff x="-18288" y="3128956"/>
            <a:chExt cx="12234672" cy="658368"/>
          </a:xfrm>
        </p:grpSpPr>
        <p:sp useBgFill="1">
          <p:nvSpPr>
            <p:cNvPr id="20" name="Rounded Rectangle 20">
              <a:extLst>
                <a:ext uri="{FF2B5EF4-FFF2-40B4-BE49-F238E27FC236}">
                  <a16:creationId xmlns:a16="http://schemas.microsoft.com/office/drawing/2014/main" id="{4A88F887-B43E-4CD1-BCE2-739013C6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9D3412-AB4A-4E20-9A79-B2C80D19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2" name="Rounded Rectangle 22">
              <a:extLst>
                <a:ext uri="{FF2B5EF4-FFF2-40B4-BE49-F238E27FC236}">
                  <a16:creationId xmlns:a16="http://schemas.microsoft.com/office/drawing/2014/main" id="{A1D7D010-E182-46E6-9264-B39552853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4783A7B-2E08-42E4-87EC-EE59B873D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785AAE2-DF69-109A-BF5D-705D0CD3E9FF}"/>
              </a:ext>
            </a:extLst>
          </p:cNvPr>
          <p:cNvSpPr txBox="1">
            <a:spLocks/>
          </p:cNvSpPr>
          <p:nvPr/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15000"/>
              <a:buFont typeface="Arial"/>
              <a:buChar char="•"/>
            </a:pP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89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2C885-DAF3-6B80-EA6B-DC83AD37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78BE18-6882-4FAA-BC8C-CA216E96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34F12D-8C0F-46CA-9F4A-D56193C3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88137"/>
            <a:ext cx="11227442" cy="58832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912DEAB-6BF9-6850-EB89-8AB858CA36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4" r="1" b="1"/>
          <a:stretch>
            <a:fillRect/>
          </a:stretch>
        </p:blipFill>
        <p:spPr>
          <a:xfrm>
            <a:off x="486138" y="486568"/>
            <a:ext cx="11227442" cy="58832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838012-22B6-4303-8F29-04E1419B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061FF5-9F81-427C-8DA5-39893955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2351" y="2421466"/>
            <a:ext cx="940729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3F5A17-2CE9-4ADD-9FAF-C1A0BB39C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8288" y="3128956"/>
            <a:ext cx="12234672" cy="658368"/>
            <a:chOff x="-18288" y="3128956"/>
            <a:chExt cx="12234672" cy="658368"/>
          </a:xfrm>
        </p:grpSpPr>
        <p:sp useBgFill="1">
          <p:nvSpPr>
            <p:cNvPr id="20" name="Rounded Rectangle 20">
              <a:extLst>
                <a:ext uri="{FF2B5EF4-FFF2-40B4-BE49-F238E27FC236}">
                  <a16:creationId xmlns:a16="http://schemas.microsoft.com/office/drawing/2014/main" id="{4A88F887-B43E-4CD1-BCE2-739013C6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9D3412-AB4A-4E20-9A79-B2C80D19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2" name="Rounded Rectangle 22">
              <a:extLst>
                <a:ext uri="{FF2B5EF4-FFF2-40B4-BE49-F238E27FC236}">
                  <a16:creationId xmlns:a16="http://schemas.microsoft.com/office/drawing/2014/main" id="{A1D7D010-E182-46E6-9264-B39552853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4783A7B-2E08-42E4-87EC-EE59B873D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5543A63-DD4D-AEBD-DF6B-1F33B40E872B}"/>
              </a:ext>
            </a:extLst>
          </p:cNvPr>
          <p:cNvSpPr txBox="1">
            <a:spLocks/>
          </p:cNvSpPr>
          <p:nvPr/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15000"/>
              <a:buFont typeface="Arial"/>
              <a:buChar char="•"/>
            </a:pP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3728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30E63-5F7B-A08B-4941-B5D1BBD6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78BE18-6882-4FAA-BC8C-CA216E96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34F12D-8C0F-46CA-9F4A-D56193C3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88137"/>
            <a:ext cx="11227442" cy="58832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02C2EC-27E2-3A65-075A-F27CE77EDFE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" r="1" b="27743"/>
          <a:stretch>
            <a:fillRect/>
          </a:stretch>
        </p:blipFill>
        <p:spPr>
          <a:xfrm>
            <a:off x="486138" y="486568"/>
            <a:ext cx="11227442" cy="58832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838012-22B6-4303-8F29-04E1419B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061FF5-9F81-427C-8DA5-39893955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2351" y="2421466"/>
            <a:ext cx="940729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3F5A17-2CE9-4ADD-9FAF-C1A0BB39C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8288" y="3128956"/>
            <a:ext cx="12234672" cy="658368"/>
            <a:chOff x="-18288" y="3128956"/>
            <a:chExt cx="12234672" cy="658368"/>
          </a:xfrm>
        </p:grpSpPr>
        <p:sp useBgFill="1">
          <p:nvSpPr>
            <p:cNvPr id="20" name="Rounded Rectangle 20">
              <a:extLst>
                <a:ext uri="{FF2B5EF4-FFF2-40B4-BE49-F238E27FC236}">
                  <a16:creationId xmlns:a16="http://schemas.microsoft.com/office/drawing/2014/main" id="{4A88F887-B43E-4CD1-BCE2-739013C6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9D3412-AB4A-4E20-9A79-B2C80D19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2" name="Rounded Rectangle 22">
              <a:extLst>
                <a:ext uri="{FF2B5EF4-FFF2-40B4-BE49-F238E27FC236}">
                  <a16:creationId xmlns:a16="http://schemas.microsoft.com/office/drawing/2014/main" id="{A1D7D010-E182-46E6-9264-B39552853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4783A7B-2E08-42E4-87EC-EE59B873D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2F81090-CFB9-ACBA-082F-8D9CE4936395}"/>
              </a:ext>
            </a:extLst>
          </p:cNvPr>
          <p:cNvSpPr txBox="1">
            <a:spLocks/>
          </p:cNvSpPr>
          <p:nvPr/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15000"/>
              <a:buFont typeface="Arial"/>
              <a:buChar char="•"/>
            </a:pP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172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5E97-617A-DB1D-3593-D2CF1632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A51F623-AFD5-846B-4A13-A276C076AA22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0A8FE8-C0F2-BBA4-EACE-81EE43AA1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4" y="1042140"/>
            <a:ext cx="11056374" cy="477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21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BC6C7-428E-99CE-237C-47E64E22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CFCEE30-09E2-CDB9-F8D5-8517F825FA06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F5EABC-0ADC-B444-D1C3-69CD3AFC3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9" y="497544"/>
            <a:ext cx="8712354" cy="580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3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11BC-2C9D-FE17-C141-C1C8B8E08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F701164-730E-8B9F-84D2-A4192D3D7C9E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B508CD-79D0-CE28-3FCB-550878819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37" y="890702"/>
            <a:ext cx="11220526" cy="475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11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3FC8-651B-A1AE-C6D8-82467D90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22C6B7A-E052-0E5B-9489-060CA7D3E549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3EBBEE-91DF-9628-8FC9-59668DBAC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76" y="1030963"/>
            <a:ext cx="11097247" cy="380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15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61B8E-A898-15CA-B96B-4B1AEAAF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1A506C3-2050-75D8-8E50-72CD81AF7157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6219A6-6814-B7B9-D021-0184E7524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851" y="499186"/>
            <a:ext cx="7812836" cy="585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8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8686-9BA9-2A91-8483-ADE2571A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C84035E7-D329-31C2-2C11-A72156C04571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15D042-6E9E-4769-5BEE-7BE028634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019" y="485364"/>
            <a:ext cx="9211961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65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5CB72-5E0D-39E8-89FF-D78E2B74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28410435-51BD-BAD4-8B7E-C2C896A30659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870104B-A0A5-AF47-F106-550CD6760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366" y="0"/>
            <a:ext cx="7875267" cy="651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93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3AD5-F770-4C95-34A7-BC14D34B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107DC606-6FB3-F7DD-555A-17A5829A1586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1A5F16-01A2-4EC2-A4C5-4D544F18C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043" y="562966"/>
            <a:ext cx="7863663" cy="567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30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E8018-8070-BC30-79BD-F8B506B9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58C74AD7-8917-6BF7-F135-37BE9B5E29F0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3E5B6D-18BE-6896-6A57-6DEECB986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39" y="849310"/>
            <a:ext cx="11529001" cy="48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40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C5CD-0710-23AC-C1AA-871CEDB5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02FC4BA-4F81-2DE8-4F89-C043A9E82CB6}"/>
              </a:ext>
            </a:extLst>
          </p:cNvPr>
          <p:cNvSpPr txBox="1">
            <a:spLocks/>
          </p:cNvSpPr>
          <p:nvPr/>
        </p:nvSpPr>
        <p:spPr>
          <a:xfrm>
            <a:off x="583682" y="5441378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/>
              <a:t>.</a:t>
            </a:r>
          </a:p>
        </p:txBody>
      </p:sp>
      <p:pic>
        <p:nvPicPr>
          <p:cNvPr id="4" name="Рисунок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FF8297-19CD-B907-2A4A-8E3AD1A93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648" y="453136"/>
            <a:ext cx="7946161" cy="59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42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были приобретены практические навыки по установке и базовому конфигурированию </a:t>
            </a:r>
            <a:r>
              <a:rPr lang="en-US" dirty="0"/>
              <a:t>HTTP-</a:t>
            </a:r>
            <a:r>
              <a:rPr lang="en-US" dirty="0" err="1"/>
              <a:t>сервера</a:t>
            </a:r>
            <a:r>
              <a:rPr lang="en-US" dirty="0"/>
              <a:t> Apache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514" y="2981670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424</TotalTime>
  <Words>80</Words>
  <Application>Microsoft Office PowerPoint</Application>
  <PresentationFormat>Широкоэкранный</PresentationFormat>
  <Paragraphs>24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Abadi</vt:lpstr>
      <vt:lpstr>Arial</vt:lpstr>
      <vt:lpstr>Garamond</vt:lpstr>
      <vt:lpstr>Times New Roman</vt:lpstr>
      <vt:lpstr>Organic</vt:lpstr>
      <vt:lpstr>Лабораторная работа №4  Базовая настройка HTTP-сервера Apache  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bansimbaclaud@gmail.com</dc:creator>
  <cp:lastModifiedBy>Талебу Тенке Франк Устон</cp:lastModifiedBy>
  <cp:revision>188</cp:revision>
  <dcterms:created xsi:type="dcterms:W3CDTF">2022-11-11T17:59:21Z</dcterms:created>
  <dcterms:modified xsi:type="dcterms:W3CDTF">2026-03-05T13:14:27Z</dcterms:modified>
</cp:coreProperties>
</file>