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87" r:id="rId4"/>
    <p:sldId id="288" r:id="rId5"/>
    <p:sldId id="289" r:id="rId6"/>
    <p:sldId id="290" r:id="rId7"/>
    <p:sldId id="291" r:id="rId8"/>
    <p:sldId id="292" r:id="rId9"/>
    <p:sldId id="295" r:id="rId10"/>
    <p:sldId id="296" r:id="rId11"/>
    <p:sldId id="297" r:id="rId12"/>
    <p:sldId id="293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77" d="100"/>
          <a:sy n="77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60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51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907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96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0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7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52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2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43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49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261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655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572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025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248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136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76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21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№1</a:t>
            </a:r>
            <a:r>
              <a:rPr lang="en-US" sz="5400" dirty="0"/>
              <a:t>2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Синхронизация времени</a:t>
            </a:r>
            <a:br>
              <a:rPr lang="ru-RU" sz="5400" dirty="0"/>
            </a:b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ABBEAE34-7435-43EC-809A-AD516F561657}"/>
              </a:ext>
            </a:extLst>
          </p:cNvPr>
          <p:cNvSpPr txBox="1">
            <a:spLocks/>
          </p:cNvSpPr>
          <p:nvPr/>
        </p:nvSpPr>
        <p:spPr>
          <a:xfrm>
            <a:off x="670795" y="3859221"/>
            <a:ext cx="10572000" cy="14216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314700" algn="l"/>
                <a:tab pos="3743325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Тенке</a:t>
            </a:r>
          </a:p>
          <a:p>
            <a:pPr>
              <a:tabLst>
                <a:tab pos="3314700" algn="l"/>
                <a:tab pos="3743325" algn="l"/>
              </a:tabLst>
            </a:pP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 (Lab </a:t>
            </a:r>
            <a:r>
              <a:rPr lang="en-US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12</a:t>
            </a:r>
            <a:r>
              <a:rPr lang="ru-RU" sz="2400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17365D"/>
              </a:buClr>
              <a:buSzPts val="2000"/>
            </a:pPr>
            <a:endParaRPr lang="ru-RU" sz="2400" b="1" dirty="0"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1A07E3E-AC6C-4AC8-ADF4-196919FA2DB0}"/>
              </a:ext>
            </a:extLst>
          </p:cNvPr>
          <p:cNvSpPr txBox="1">
            <a:spLocks/>
          </p:cNvSpPr>
          <p:nvPr/>
        </p:nvSpPr>
        <p:spPr>
          <a:xfrm>
            <a:off x="768927" y="1293019"/>
            <a:ext cx="10511054" cy="97830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400" dirty="0"/>
              <a:t>Цель работы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4A20A2-D1DF-4B7F-8DDC-F1DB5017E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3248048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получение навыков по управлению системным временем и настройке синхронизации времени.</a:t>
            </a:r>
            <a:endParaRPr lang="fr-FR" b="1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0DC2B7-8D4D-F863-ACB3-1D42FB881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679" y="1185549"/>
            <a:ext cx="6382641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6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A8EF6-FE1A-8EF1-E2DC-979746A63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A1C7CC-E3BF-DC56-05CA-6AFE76F07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153" y="275785"/>
            <a:ext cx="7125694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2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66A5-0ADF-26B0-7D6A-09FC6B5CC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C273B9-657A-87AD-7523-583E2CEFA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269" y="0"/>
            <a:ext cx="7497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3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80-EAFC-F9C4-22DC-051E751D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194720-6A52-D379-1344-147035727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160" y="0"/>
            <a:ext cx="8137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0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74AA8-8359-368D-0FA7-72EC2D81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77576E5-E7DB-46C7-B0D9-A0AB18787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2C244BC-AB19-460B-9A7B-5BAFE9DEA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D7728D-2CB0-4ADE-B6BF-4BA8ED772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3E0EDB8-8162-4D16-9521-52415777B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060CB3-C139-4548-A73F-74689C92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3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44C00B-8B57-27E8-38E0-77B5DF03A1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80" y="2404582"/>
            <a:ext cx="9905528" cy="210492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9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9665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7ED33-E364-61F4-EA13-72F447BF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77576E5-E7DB-46C7-B0D9-A0AB18787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2C244BC-AB19-460B-9A7B-5BAFE9DEA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D7728D-2CB0-4ADE-B6BF-4BA8ED772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3E0EDB8-8162-4D16-9521-52415777B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060CB3-C139-4548-A73F-74689C92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806450D-4CB1-8763-E87D-DD4BB5B41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80" y="2119798"/>
            <a:ext cx="9905528" cy="267449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9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9598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B46A-19B1-A99E-88CC-4071F5ECD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BABED9-CB02-1C70-92ED-14B37CBB3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417" y="1853853"/>
            <a:ext cx="8335055" cy="268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6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033A8-8BF9-E17B-66F9-3DCDB42E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1FA1B3-BFE6-9F55-80A0-E083D7BC3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75" y="0"/>
            <a:ext cx="74008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22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9A95-90D6-BD1C-F204-DEDF3692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Мультимедийное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C209AF-87F7-963E-E68B-C8BD05480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704" y="2490656"/>
            <a:ext cx="8716591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65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318BF-DE6A-3674-48F6-6E514074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AD00E8-73CE-9481-02A7-163F2245A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730" y="2743104"/>
            <a:ext cx="8516539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03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ходе выполнения лабораторной работы были получены навыки по управлению системным временем и настройке синхронизации времени.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22" y="2959222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550</TotalTime>
  <Words>67</Words>
  <Application>Microsoft Office PowerPoint</Application>
  <PresentationFormat>Широкоэкранный</PresentationFormat>
  <Paragraphs>10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Garamond</vt:lpstr>
      <vt:lpstr>Times New Roman</vt:lpstr>
      <vt:lpstr>Organic</vt:lpstr>
      <vt:lpstr>Лабораторная работа №12  Синхронизация времени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Ivan</dc:creator>
  <cp:lastModifiedBy>Талебу Тенке Франк Устон</cp:lastModifiedBy>
  <cp:revision>332</cp:revision>
  <dcterms:created xsi:type="dcterms:W3CDTF">2022-11-11T17:59:21Z</dcterms:created>
  <dcterms:modified xsi:type="dcterms:W3CDTF">2026-03-12T10:25:09Z</dcterms:modified>
</cp:coreProperties>
</file>