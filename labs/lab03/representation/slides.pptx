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2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№03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Лабораторная работа №03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Приобретение практических навыков администрирования сетевых подсистем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Загрузим нашу операционную систему и перейдём в рабочий каталог с проектом. Далее запустим виртуальную машину server (рис. @fig-1):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06700" y="1193800"/>
            <a:ext cx="3517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 виртуальной машине server войдём под нашим пользователем и откроем терминал. Перейдём в режим суперпользователя и установим dhcp-server (рис. @fig-2):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19400" y="1193800"/>
            <a:ext cx="3492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Скопируем файл примера конфигурации DHCP </a:t>
            </a:r>
            <a:r>
              <a:rPr b="1">
                <a:latin typeface="Courier"/>
              </a:rPr>
              <a:t>dhcpd.conf.example</a:t>
            </a:r>
            <a:r>
              <a:rPr b="1"/>
              <a:t> из каталога </a:t>
            </a:r>
            <a:r>
              <a:rPr b="1">
                <a:latin typeface="Courier"/>
              </a:rPr>
              <a:t>/usr/share/doc/dhcp*</a:t>
            </a:r>
            <a:r>
              <a:rPr b="1"/>
              <a:t> в каталог </a:t>
            </a:r>
            <a:r>
              <a:rPr b="1">
                <a:latin typeface="Courier"/>
              </a:rPr>
              <a:t>/etc/dhcp</a:t>
            </a:r>
            <a:r>
              <a:rPr b="1"/>
              <a:t> и переименуем его в файл с названием </a:t>
            </a:r>
            <a:r>
              <a:rPr b="1">
                <a:latin typeface="Courier"/>
              </a:rPr>
              <a:t>dhcpd.conf</a:t>
            </a:r>
            <a:r>
              <a:rPr b="1"/>
              <a:t> (рис. @fig-3):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12900" y="1193800"/>
            <a:ext cx="5930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Откроем файл </a:t>
            </a:r>
            <a:r>
              <a:rPr b="1">
                <a:latin typeface="Courier"/>
              </a:rPr>
              <a:t>/etc/dhcp/dhcpd.conf</a:t>
            </a:r>
            <a:r>
              <a:rPr b="1"/>
              <a:t> на редактирование. В этом файле заменим строки </a:t>
            </a:r>
            <a:r>
              <a:rPr b="1">
                <a:latin typeface="Courier"/>
              </a:rPr>
              <a:t>option domain-name</a:t>
            </a:r>
            <a:r>
              <a:rPr b="1"/>
              <a:t> и </a:t>
            </a:r>
            <a:r>
              <a:rPr b="1">
                <a:latin typeface="Courier"/>
              </a:rPr>
              <a:t>option domain-name-servers</a:t>
            </a:r>
            <a:r>
              <a:rPr b="1"/>
              <a:t>, раскомментируем строку </a:t>
            </a:r>
            <a:r>
              <a:rPr b="1">
                <a:latin typeface="Courier"/>
              </a:rPr>
              <a:t>authoritative</a:t>
            </a:r>
            <a:r>
              <a:rPr b="1"/>
              <a:t> и на базе одного из приведённых в файле примеров конфигурирования подсети зададим собственную конфигурацию DHCP-сети (рис. @fig-4):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Откроем файл </a:t>
            </a:r>
            <a:r>
              <a:rPr b="1">
                <a:latin typeface="Courier"/>
              </a:rPr>
              <a:t>/etc/systemd/system/dhcpd.service</a:t>
            </a:r>
            <a:r>
              <a:rPr b="1"/>
              <a:t> на редактирование и заменим в нём строку, указав интерфейс </a:t>
            </a:r>
            <a:r>
              <a:rPr b="1">
                <a:latin typeface="Courier"/>
              </a:rPr>
              <a:t>eth1</a:t>
            </a:r>
            <a:r>
              <a:rPr b="1"/>
              <a:t> (рис. @fig-5):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06700" y="1193800"/>
            <a:ext cx="3530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Перезагрузим конфигурацию systemd и разрешим загрузку DHCP-сервера при запуске виртуальной машины server (рис. @fig-6):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16000" y="1193800"/>
            <a:ext cx="7112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6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Добавим запись для DHCP-сервера в конце файла прямой DNS-зоны </a:t>
            </a:r>
            <a:r>
              <a:rPr b="1">
                <a:latin typeface="Courier"/>
              </a:rPr>
              <a:t>/var/named/master/fz/user.net</a:t>
            </a:r>
            <a:r>
              <a:rPr b="1"/>
              <a:t> и в конце файла обратной зоны </a:t>
            </a:r>
            <a:r>
              <a:rPr b="1">
                <a:latin typeface="Courier"/>
              </a:rPr>
              <a:t>/var/named/master/rz/192.168.1</a:t>
            </a:r>
            <a:r>
              <a:rPr b="1"/>
              <a:t>. Перезапустим named и проверим, что можно обратиться к DHCP-серверу по имени (рис. @fig-7):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30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Внесём изменения в настройки межсетевого экрана узла server, разрешив работу с DHCP, и восстановим контекст безопасности в SELinux (рис. @fig-8):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24100" y="1193800"/>
            <a:ext cx="449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8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№9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24000" y="1193800"/>
            <a:ext cx="6096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9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№10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00100" y="1193800"/>
            <a:ext cx="7531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№11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92400" y="1193800"/>
            <a:ext cx="3746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№12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52700" y="1193800"/>
            <a:ext cx="4051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12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№13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7251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№14</a:t>
            </a:r>
          </a:p>
        </p:txBody>
      </p:sp>
      <p:pic>
        <p:nvPicPr>
          <p:cNvPr descr="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63800" y="1193800"/>
            <a:ext cx="4203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14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№15</a:t>
            </a:r>
          </a:p>
        </p:txBody>
      </p:sp>
      <p:pic>
        <p:nvPicPr>
          <p:cNvPr descr="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17700"/>
            <a:ext cx="8229600" cy="143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15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№16</a:t>
            </a:r>
          </a:p>
        </p:txBody>
      </p:sp>
      <p:pic>
        <p:nvPicPr>
          <p:cNvPr descr="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1193800"/>
            <a:ext cx="6438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16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№17</a:t>
            </a:r>
          </a:p>
        </p:txBody>
      </p:sp>
      <p:pic>
        <p:nvPicPr>
          <p:cNvPr descr="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65200" y="1193800"/>
            <a:ext cx="7200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17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№18</a:t>
            </a:r>
          </a:p>
        </p:txBody>
      </p:sp>
      <p:pic>
        <p:nvPicPr>
          <p:cNvPr descr="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20800"/>
            <a:ext cx="8229600" cy="2628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18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№19</a:t>
            </a:r>
          </a:p>
        </p:txBody>
      </p:sp>
      <p:pic>
        <p:nvPicPr>
          <p:cNvPr descr="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44800" y="1193800"/>
            <a:ext cx="3467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19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№20</a:t>
            </a:r>
          </a:p>
        </p:txBody>
      </p:sp>
      <p:pic>
        <p:nvPicPr>
          <p:cNvPr descr="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05000" y="1193800"/>
            <a:ext cx="5334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20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№21</a:t>
            </a:r>
          </a:p>
        </p:txBody>
      </p:sp>
      <p:pic>
        <p:nvPicPr>
          <p:cNvPr descr="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30500" y="1193800"/>
            <a:ext cx="3670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21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№22</a:t>
            </a:r>
          </a:p>
        </p:txBody>
      </p:sp>
      <p:pic>
        <p:nvPicPr>
          <p:cNvPr descr="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19400" y="1193800"/>
            <a:ext cx="3505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22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приобретены практические навыки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Вопросы?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№03</dc:title>
  <dc:creator>Талебу Тенке Франк Устон</dc:creator>
  <cp:keywords/>
  <dcterms:created xsi:type="dcterms:W3CDTF">2026-03-18T09:30:27Z</dcterms:created>
  <dcterms:modified xsi:type="dcterms:W3CDTF">2026-03-18T09:30:27Z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aspectratio=169</vt:lpwstr>
  </property>
  <property fmtid="{D5CDD505-2E9C-101B-9397-08002B2CF9AE}" pid="4" name="date">
    <vt:lpwstr>2025</vt:lpwstr>
  </property>
  <property fmtid="{D5CDD505-2E9C-101B-9397-08002B2CF9AE}" pid="5" name="institute">
    <vt:lpwstr>Российский университет дружбы народов</vt:lpwstr>
  </property>
</Properties>
</file>